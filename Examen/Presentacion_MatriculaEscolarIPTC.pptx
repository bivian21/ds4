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64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F93E0B60-0204-4F9C-8CD5-C9BD373E1A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914377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39411" y="4389000"/>
            <a:ext cx="3615101" cy="1635639"/>
          </a:xfrm>
        </p:spPr>
        <p:txBody>
          <a:bodyPr anchor="t">
            <a:normAutofit/>
          </a:bodyPr>
          <a:lstStyle/>
          <a:p>
            <a:pPr algn="l"/>
            <a:r>
              <a:rPr lang="es-MX" sz="3500">
                <a:solidFill>
                  <a:schemeClr val="tx2"/>
                </a:solidFill>
              </a:rPr>
              <a:t>Sistema de Matrícula Escolar</a:t>
            </a:r>
          </a:p>
        </p:txBody>
      </p:sp>
      <p:pic>
        <p:nvPicPr>
          <p:cNvPr id="1026" name="Picture 2" descr="Instituto profesional y tecnico de colon">
            <a:extLst>
              <a:ext uri="{FF2B5EF4-FFF2-40B4-BE49-F238E27FC236}">
                <a16:creationId xmlns:a16="http://schemas.microsoft.com/office/drawing/2014/main" id="{98B52728-9867-4E5F-5018-B402545A03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59" r="14440" b="-2"/>
          <a:stretch>
            <a:fillRect/>
          </a:stretch>
        </p:blipFill>
        <p:spPr bwMode="auto">
          <a:xfrm>
            <a:off x="225" y="1130513"/>
            <a:ext cx="3753696" cy="5727482"/>
          </a:xfrm>
          <a:custGeom>
            <a:avLst/>
            <a:gdLst/>
            <a:ahLst/>
            <a:cxnLst/>
            <a:rect l="l" t="t" r="r" b="b"/>
            <a:pathLst>
              <a:path w="5004928" h="5727482">
                <a:moveTo>
                  <a:pt x="1673274" y="0"/>
                </a:moveTo>
                <a:cubicBezTo>
                  <a:pt x="3513296" y="0"/>
                  <a:pt x="5004928" y="1491632"/>
                  <a:pt x="5004928" y="3331654"/>
                </a:cubicBezTo>
                <a:cubicBezTo>
                  <a:pt x="5004928" y="4251665"/>
                  <a:pt x="4632020" y="5084579"/>
                  <a:pt x="4029109" y="5687489"/>
                </a:cubicBezTo>
                <a:lnTo>
                  <a:pt x="3985106" y="5727482"/>
                </a:lnTo>
                <a:lnTo>
                  <a:pt x="0" y="5727482"/>
                </a:lnTo>
                <a:lnTo>
                  <a:pt x="0" y="453879"/>
                </a:lnTo>
                <a:lnTo>
                  <a:pt x="85210" y="402113"/>
                </a:lnTo>
                <a:cubicBezTo>
                  <a:pt x="557283" y="145668"/>
                  <a:pt x="1098267" y="0"/>
                  <a:pt x="1673274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3BFA0782-E4B3-4AE1-904C-106813760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935182"/>
            <a:ext cx="4051497" cy="5922819"/>
            <a:chOff x="0" y="935182"/>
            <a:chExt cx="5401996" cy="5922819"/>
          </a:xfrm>
        </p:grpSpPr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767B6173-F03D-4643-AF45-C8A3A034C4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251" cy="5796001"/>
            </a:xfrm>
            <a:custGeom>
              <a:avLst/>
              <a:gdLst>
                <a:gd name="connsiteX0" fmla="*/ 0 w 5086251"/>
                <a:gd name="connsiteY0" fmla="*/ 5336479 h 5796001"/>
                <a:gd name="connsiteX1" fmla="*/ 21826 w 5086251"/>
                <a:gd name="connsiteY1" fmla="*/ 5354914 h 5796001"/>
                <a:gd name="connsiteX2" fmla="*/ 568136 w 5086251"/>
                <a:gd name="connsiteY2" fmla="*/ 5687263 h 5796001"/>
                <a:gd name="connsiteX3" fmla="*/ 842562 w 5086251"/>
                <a:gd name="connsiteY3" fmla="*/ 5795316 h 5796001"/>
                <a:gd name="connsiteX4" fmla="*/ 845065 w 5086251"/>
                <a:gd name="connsiteY4" fmla="*/ 5796001 h 5796001"/>
                <a:gd name="connsiteX5" fmla="*/ 0 w 5086251"/>
                <a:gd name="connsiteY5" fmla="*/ 5796001 h 5796001"/>
                <a:gd name="connsiteX6" fmla="*/ 1713788 w 5086251"/>
                <a:gd name="connsiteY6" fmla="*/ 0 h 5796001"/>
                <a:gd name="connsiteX7" fmla="*/ 4987768 w 5086251"/>
                <a:gd name="connsiteY7" fmla="*/ 3991800 h 5796001"/>
                <a:gd name="connsiteX8" fmla="*/ 3684917 w 5086251"/>
                <a:gd name="connsiteY8" fmla="*/ 5224588 h 5796001"/>
                <a:gd name="connsiteX9" fmla="*/ 3215359 w 5086251"/>
                <a:gd name="connsiteY9" fmla="*/ 5711437 h 5796001"/>
                <a:gd name="connsiteX10" fmla="*/ 3131325 w 5086251"/>
                <a:gd name="connsiteY10" fmla="*/ 5796001 h 5796001"/>
                <a:gd name="connsiteX11" fmla="*/ 2222574 w 5086251"/>
                <a:gd name="connsiteY11" fmla="*/ 5796001 h 5796001"/>
                <a:gd name="connsiteX12" fmla="*/ 2310547 w 5086251"/>
                <a:gd name="connsiteY12" fmla="*/ 5743977 h 5796001"/>
                <a:gd name="connsiteX13" fmla="*/ 2936733 w 5086251"/>
                <a:gd name="connsiteY13" fmla="*/ 5161414 h 5796001"/>
                <a:gd name="connsiteX14" fmla="*/ 3263051 w 5086251"/>
                <a:gd name="connsiteY14" fmla="*/ 4825264 h 5796001"/>
                <a:gd name="connsiteX15" fmla="*/ 4024832 w 5086251"/>
                <a:gd name="connsiteY15" fmla="*/ 4296541 h 5796001"/>
                <a:gd name="connsiteX16" fmla="*/ 4270688 w 5086251"/>
                <a:gd name="connsiteY16" fmla="*/ 4145428 h 5796001"/>
                <a:gd name="connsiteX17" fmla="*/ 4418202 w 5086251"/>
                <a:gd name="connsiteY17" fmla="*/ 3838352 h 5796001"/>
                <a:gd name="connsiteX18" fmla="*/ 4426769 w 5086251"/>
                <a:gd name="connsiteY18" fmla="*/ 2771754 h 5796001"/>
                <a:gd name="connsiteX19" fmla="*/ 3911962 w 5086251"/>
                <a:gd name="connsiteY19" fmla="*/ 1761151 h 5796001"/>
                <a:gd name="connsiteX20" fmla="*/ 2878996 w 5086251"/>
                <a:gd name="connsiteY20" fmla="*/ 891074 h 5796001"/>
                <a:gd name="connsiteX21" fmla="*/ 1713788 w 5086251"/>
                <a:gd name="connsiteY21" fmla="*/ 569643 h 5796001"/>
                <a:gd name="connsiteX22" fmla="*/ 178318 w 5086251"/>
                <a:gd name="connsiteY22" fmla="*/ 1035168 h 5796001"/>
                <a:gd name="connsiteX23" fmla="*/ 0 w 5086251"/>
                <a:gd name="connsiteY23" fmla="*/ 1166764 h 5796001"/>
                <a:gd name="connsiteX24" fmla="*/ 0 w 5086251"/>
                <a:gd name="connsiteY24" fmla="*/ 470600 h 5796001"/>
                <a:gd name="connsiteX25" fmla="*/ 57412 w 5086251"/>
                <a:gd name="connsiteY25" fmla="*/ 434140 h 5796001"/>
                <a:gd name="connsiteX26" fmla="*/ 1713788 w 5086251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251" h="5796001">
                  <a:moveTo>
                    <a:pt x="0" y="5336479"/>
                  </a:moveTo>
                  <a:lnTo>
                    <a:pt x="21826" y="5354914"/>
                  </a:lnTo>
                  <a:cubicBezTo>
                    <a:pt x="190493" y="5486545"/>
                    <a:pt x="374629" y="5598829"/>
                    <a:pt x="568136" y="5687263"/>
                  </a:cubicBezTo>
                  <a:cubicBezTo>
                    <a:pt x="658050" y="5728362"/>
                    <a:pt x="749583" y="5764391"/>
                    <a:pt x="842562" y="5795316"/>
                  </a:cubicBezTo>
                  <a:lnTo>
                    <a:pt x="845065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1" y="2025871"/>
                    <a:pt x="4987768" y="3991800"/>
                  </a:cubicBezTo>
                  <a:cubicBezTo>
                    <a:pt x="4737256" y="4855774"/>
                    <a:pt x="4285030" y="4636101"/>
                    <a:pt x="3684917" y="5224588"/>
                  </a:cubicBezTo>
                  <a:cubicBezTo>
                    <a:pt x="3521758" y="5384631"/>
                    <a:pt x="3369286" y="5552220"/>
                    <a:pt x="3215359" y="5711437"/>
                  </a:cubicBezTo>
                  <a:lnTo>
                    <a:pt x="3131325" y="5796001"/>
                  </a:lnTo>
                  <a:lnTo>
                    <a:pt x="2222574" y="5796001"/>
                  </a:lnTo>
                  <a:lnTo>
                    <a:pt x="2310547" y="5743977"/>
                  </a:lnTo>
                  <a:cubicBezTo>
                    <a:pt x="2520268" y="5601656"/>
                    <a:pt x="2722540" y="5387726"/>
                    <a:pt x="2936733" y="5161414"/>
                  </a:cubicBezTo>
                  <a:cubicBezTo>
                    <a:pt x="3040664" y="5051578"/>
                    <a:pt x="3148133" y="4937972"/>
                    <a:pt x="3263051" y="4825264"/>
                  </a:cubicBezTo>
                  <a:cubicBezTo>
                    <a:pt x="3555098" y="4538829"/>
                    <a:pt x="3826658" y="4398841"/>
                    <a:pt x="4024832" y="4296541"/>
                  </a:cubicBezTo>
                  <a:cubicBezTo>
                    <a:pt x="4150553" y="4231753"/>
                    <a:pt x="4223938" y="4192627"/>
                    <a:pt x="4270688" y="4145428"/>
                  </a:cubicBezTo>
                  <a:cubicBezTo>
                    <a:pt x="4325632" y="4089790"/>
                    <a:pt x="4375177" y="3986594"/>
                    <a:pt x="4418202" y="3838352"/>
                  </a:cubicBezTo>
                  <a:cubicBezTo>
                    <a:pt x="4517661" y="3495740"/>
                    <a:pt x="4520455" y="3136797"/>
                    <a:pt x="4426769" y="2771754"/>
                  </a:cubicBezTo>
                  <a:cubicBezTo>
                    <a:pt x="4337740" y="2425376"/>
                    <a:pt x="4159867" y="2075944"/>
                    <a:pt x="3911962" y="1761151"/>
                  </a:cubicBezTo>
                  <a:cubicBezTo>
                    <a:pt x="3631649" y="1405261"/>
                    <a:pt x="3274600" y="1104467"/>
                    <a:pt x="2878996" y="891074"/>
                  </a:cubicBezTo>
                  <a:cubicBezTo>
                    <a:pt x="2489164" y="680734"/>
                    <a:pt x="2086109" y="569643"/>
                    <a:pt x="1713788" y="569643"/>
                  </a:cubicBezTo>
                  <a:cubicBezTo>
                    <a:pt x="1158071" y="569643"/>
                    <a:pt x="627356" y="732497"/>
                    <a:pt x="178318" y="1035168"/>
                  </a:cubicBezTo>
                  <a:lnTo>
                    <a:pt x="0" y="1166764"/>
                  </a:lnTo>
                  <a:lnTo>
                    <a:pt x="0" y="470600"/>
                  </a:lnTo>
                  <a:lnTo>
                    <a:pt x="57412" y="434140"/>
                  </a:lnTo>
                  <a:cubicBezTo>
                    <a:pt x="544779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29C5B76B-07C5-4AF3-B407-C1FC95B6C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1062000"/>
              <a:ext cx="5086379" cy="5796001"/>
            </a:xfrm>
            <a:custGeom>
              <a:avLst/>
              <a:gdLst>
                <a:gd name="connsiteX0" fmla="*/ 0 w 5086379"/>
                <a:gd name="connsiteY0" fmla="*/ 5185390 h 5796001"/>
                <a:gd name="connsiteX1" fmla="*/ 96129 w 5086379"/>
                <a:gd name="connsiteY1" fmla="*/ 5266609 h 5796001"/>
                <a:gd name="connsiteX2" fmla="*/ 618798 w 5086379"/>
                <a:gd name="connsiteY2" fmla="*/ 5584607 h 5796001"/>
                <a:gd name="connsiteX3" fmla="*/ 1151695 w 5086379"/>
                <a:gd name="connsiteY3" fmla="*/ 5761857 h 5796001"/>
                <a:gd name="connsiteX4" fmla="*/ 1364580 w 5086379"/>
                <a:gd name="connsiteY4" fmla="*/ 5796001 h 5796001"/>
                <a:gd name="connsiteX5" fmla="*/ 0 w 5086379"/>
                <a:gd name="connsiteY5" fmla="*/ 5796001 h 5796001"/>
                <a:gd name="connsiteX6" fmla="*/ 1713788 w 5086379"/>
                <a:gd name="connsiteY6" fmla="*/ 0 h 5796001"/>
                <a:gd name="connsiteX7" fmla="*/ 4987953 w 5086379"/>
                <a:gd name="connsiteY7" fmla="*/ 3992158 h 5796001"/>
                <a:gd name="connsiteX8" fmla="*/ 3685105 w 5086379"/>
                <a:gd name="connsiteY8" fmla="*/ 5224946 h 5796001"/>
                <a:gd name="connsiteX9" fmla="*/ 3215548 w 5086379"/>
                <a:gd name="connsiteY9" fmla="*/ 5711797 h 5796001"/>
                <a:gd name="connsiteX10" fmla="*/ 3131871 w 5086379"/>
                <a:gd name="connsiteY10" fmla="*/ 5796001 h 5796001"/>
                <a:gd name="connsiteX11" fmla="*/ 1917858 w 5086379"/>
                <a:gd name="connsiteY11" fmla="*/ 5796001 h 5796001"/>
                <a:gd name="connsiteX12" fmla="*/ 2003797 w 5086379"/>
                <a:gd name="connsiteY12" fmla="*/ 5774314 h 5796001"/>
                <a:gd name="connsiteX13" fmla="*/ 2849381 w 5086379"/>
                <a:gd name="connsiteY13" fmla="*/ 5084958 h 5796001"/>
                <a:gd name="connsiteX14" fmla="*/ 3178679 w 5086379"/>
                <a:gd name="connsiteY14" fmla="*/ 4745758 h 5796001"/>
                <a:gd name="connsiteX15" fmla="*/ 3969142 w 5086379"/>
                <a:gd name="connsiteY15" fmla="*/ 4196398 h 5796001"/>
                <a:gd name="connsiteX16" fmla="*/ 4185198 w 5086379"/>
                <a:gd name="connsiteY16" fmla="*/ 4067178 h 5796001"/>
                <a:gd name="connsiteX17" fmla="*/ 4304401 w 5086379"/>
                <a:gd name="connsiteY17" fmla="*/ 3808022 h 5796001"/>
                <a:gd name="connsiteX18" fmla="*/ 4312036 w 5086379"/>
                <a:gd name="connsiteY18" fmla="*/ 2799394 h 5796001"/>
                <a:gd name="connsiteX19" fmla="*/ 3817903 w 5086379"/>
                <a:gd name="connsiteY19" fmla="*/ 1830249 h 5796001"/>
                <a:gd name="connsiteX20" fmla="*/ 2821256 w 5086379"/>
                <a:gd name="connsiteY20" fmla="*/ 990682 h 5796001"/>
                <a:gd name="connsiteX21" fmla="*/ 1713788 w 5086379"/>
                <a:gd name="connsiteY21" fmla="*/ 683787 h 5796001"/>
                <a:gd name="connsiteX22" fmla="*/ 66552 w 5086379"/>
                <a:gd name="connsiteY22" fmla="*/ 1261053 h 5796001"/>
                <a:gd name="connsiteX23" fmla="*/ 0 w 5086379"/>
                <a:gd name="connsiteY23" fmla="*/ 1320232 h 5796001"/>
                <a:gd name="connsiteX24" fmla="*/ 0 w 5086379"/>
                <a:gd name="connsiteY24" fmla="*/ 470600 h 5796001"/>
                <a:gd name="connsiteX25" fmla="*/ 57413 w 5086379"/>
                <a:gd name="connsiteY25" fmla="*/ 434140 h 5796001"/>
                <a:gd name="connsiteX26" fmla="*/ 1713788 w 5086379"/>
                <a:gd name="connsiteY26" fmla="*/ 0 h 5796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086379" h="5796001">
                  <a:moveTo>
                    <a:pt x="0" y="5185390"/>
                  </a:moveTo>
                  <a:lnTo>
                    <a:pt x="96129" y="5266609"/>
                  </a:lnTo>
                  <a:cubicBezTo>
                    <a:pt x="257505" y="5392583"/>
                    <a:pt x="433673" y="5500009"/>
                    <a:pt x="618798" y="5584607"/>
                  </a:cubicBezTo>
                  <a:cubicBezTo>
                    <a:pt x="790710" y="5663125"/>
                    <a:pt x="968770" y="5722306"/>
                    <a:pt x="1151695" y="5761857"/>
                  </a:cubicBezTo>
                  <a:lnTo>
                    <a:pt x="1364580" y="5796001"/>
                  </a:lnTo>
                  <a:lnTo>
                    <a:pt x="0" y="5796001"/>
                  </a:lnTo>
                  <a:close/>
                  <a:moveTo>
                    <a:pt x="1713788" y="0"/>
                  </a:moveTo>
                  <a:cubicBezTo>
                    <a:pt x="3545413" y="0"/>
                    <a:pt x="5557892" y="2025871"/>
                    <a:pt x="4987953" y="3992158"/>
                  </a:cubicBezTo>
                  <a:cubicBezTo>
                    <a:pt x="4737442" y="4856134"/>
                    <a:pt x="4285216" y="4636462"/>
                    <a:pt x="3685105" y="5224946"/>
                  </a:cubicBezTo>
                  <a:cubicBezTo>
                    <a:pt x="3521946" y="5384990"/>
                    <a:pt x="3369474" y="5552580"/>
                    <a:pt x="3215548" y="5711797"/>
                  </a:cubicBezTo>
                  <a:lnTo>
                    <a:pt x="3131871" y="5796001"/>
                  </a:lnTo>
                  <a:lnTo>
                    <a:pt x="1917858" y="5796001"/>
                  </a:lnTo>
                  <a:lnTo>
                    <a:pt x="2003797" y="5774314"/>
                  </a:lnTo>
                  <a:cubicBezTo>
                    <a:pt x="2274866" y="5680612"/>
                    <a:pt x="2506021" y="5447849"/>
                    <a:pt x="2849381" y="5084958"/>
                  </a:cubicBezTo>
                  <a:cubicBezTo>
                    <a:pt x="2954055" y="4974404"/>
                    <a:pt x="3062270" y="4860082"/>
                    <a:pt x="3178679" y="4745758"/>
                  </a:cubicBezTo>
                  <a:cubicBezTo>
                    <a:pt x="3483577" y="4446761"/>
                    <a:pt x="3764263" y="4302105"/>
                    <a:pt x="3969142" y="4196398"/>
                  </a:cubicBezTo>
                  <a:cubicBezTo>
                    <a:pt x="4069906" y="4144529"/>
                    <a:pt x="4149251" y="4103431"/>
                    <a:pt x="4185198" y="4067178"/>
                  </a:cubicBezTo>
                  <a:cubicBezTo>
                    <a:pt x="4225429" y="4026438"/>
                    <a:pt x="4267708" y="3934369"/>
                    <a:pt x="4304401" y="3808022"/>
                  </a:cubicBezTo>
                  <a:cubicBezTo>
                    <a:pt x="4398272" y="3484435"/>
                    <a:pt x="4400693" y="3145054"/>
                    <a:pt x="4312036" y="2799394"/>
                  </a:cubicBezTo>
                  <a:cubicBezTo>
                    <a:pt x="4226918" y="2467731"/>
                    <a:pt x="4056124" y="2132658"/>
                    <a:pt x="3817903" y="1830249"/>
                  </a:cubicBezTo>
                  <a:cubicBezTo>
                    <a:pt x="3547276" y="1486741"/>
                    <a:pt x="3202705" y="1196357"/>
                    <a:pt x="2821256" y="990682"/>
                  </a:cubicBezTo>
                  <a:cubicBezTo>
                    <a:pt x="2448933" y="789853"/>
                    <a:pt x="2065994" y="683787"/>
                    <a:pt x="1713788" y="683787"/>
                  </a:cubicBezTo>
                  <a:cubicBezTo>
                    <a:pt x="1106552" y="683787"/>
                    <a:pt x="530689" y="887150"/>
                    <a:pt x="66552" y="1261053"/>
                  </a:cubicBezTo>
                  <a:lnTo>
                    <a:pt x="0" y="1320232"/>
                  </a:lnTo>
                  <a:lnTo>
                    <a:pt x="0" y="470600"/>
                  </a:lnTo>
                  <a:lnTo>
                    <a:pt x="57413" y="434140"/>
                  </a:lnTo>
                  <a:cubicBezTo>
                    <a:pt x="544780" y="158019"/>
                    <a:pt x="1110440" y="0"/>
                    <a:pt x="1713788" y="0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62C44622-9766-4F88-A9B0-A71B34E4F1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1111816"/>
              <a:ext cx="5064554" cy="5746185"/>
            </a:xfrm>
            <a:custGeom>
              <a:avLst/>
              <a:gdLst>
                <a:gd name="connsiteX0" fmla="*/ 0 w 5064554"/>
                <a:gd name="connsiteY0" fmla="*/ 5562249 h 5746185"/>
                <a:gd name="connsiteX1" fmla="*/ 46809 w 5064554"/>
                <a:gd name="connsiteY1" fmla="*/ 5601914 h 5746185"/>
                <a:gd name="connsiteX2" fmla="*/ 103803 w 5064554"/>
                <a:gd name="connsiteY2" fmla="*/ 5645347 h 5746185"/>
                <a:gd name="connsiteX3" fmla="*/ 161915 w 5064554"/>
                <a:gd name="connsiteY3" fmla="*/ 5687702 h 5746185"/>
                <a:gd name="connsiteX4" fmla="*/ 220771 w 5064554"/>
                <a:gd name="connsiteY4" fmla="*/ 5729158 h 5746185"/>
                <a:gd name="connsiteX5" fmla="*/ 246285 w 5064554"/>
                <a:gd name="connsiteY5" fmla="*/ 5746185 h 5746185"/>
                <a:gd name="connsiteX6" fmla="*/ 0 w 5064554"/>
                <a:gd name="connsiteY6" fmla="*/ 5746185 h 5746185"/>
                <a:gd name="connsiteX7" fmla="*/ 1720118 w 5064554"/>
                <a:gd name="connsiteY7" fmla="*/ 79 h 5746185"/>
                <a:gd name="connsiteX8" fmla="*/ 2041220 w 5064554"/>
                <a:gd name="connsiteY8" fmla="*/ 19280 h 5746185"/>
                <a:gd name="connsiteX9" fmla="*/ 2356178 w 5064554"/>
                <a:gd name="connsiteY9" fmla="*/ 76533 h 5746185"/>
                <a:gd name="connsiteX10" fmla="*/ 2956476 w 5064554"/>
                <a:gd name="connsiteY10" fmla="*/ 284898 h 5746185"/>
                <a:gd name="connsiteX11" fmla="*/ 3238838 w 5064554"/>
                <a:gd name="connsiteY11" fmla="*/ 428117 h 5746185"/>
                <a:gd name="connsiteX12" fmla="*/ 3508346 w 5064554"/>
                <a:gd name="connsiteY12" fmla="*/ 593052 h 5746185"/>
                <a:gd name="connsiteX13" fmla="*/ 4003038 w 5064554"/>
                <a:gd name="connsiteY13" fmla="*/ 983938 h 5746185"/>
                <a:gd name="connsiteX14" fmla="*/ 4429376 w 5064554"/>
                <a:gd name="connsiteY14" fmla="*/ 1448410 h 5746185"/>
                <a:gd name="connsiteX15" fmla="*/ 4770594 w 5064554"/>
                <a:gd name="connsiteY15" fmla="*/ 1980902 h 5746185"/>
                <a:gd name="connsiteX16" fmla="*/ 4902648 w 5064554"/>
                <a:gd name="connsiteY16" fmla="*/ 2270210 h 5746185"/>
                <a:gd name="connsiteX17" fmla="*/ 4931144 w 5064554"/>
                <a:gd name="connsiteY17" fmla="*/ 2344691 h 5746185"/>
                <a:gd name="connsiteX18" fmla="*/ 4957220 w 5064554"/>
                <a:gd name="connsiteY18" fmla="*/ 2420068 h 5746185"/>
                <a:gd name="connsiteX19" fmla="*/ 4980316 w 5064554"/>
                <a:gd name="connsiteY19" fmla="*/ 2496522 h 5746185"/>
                <a:gd name="connsiteX20" fmla="*/ 5000617 w 5064554"/>
                <a:gd name="connsiteY20" fmla="*/ 2574414 h 5746185"/>
                <a:gd name="connsiteX21" fmla="*/ 5063572 w 5064554"/>
                <a:gd name="connsiteY21" fmla="*/ 3209382 h 5746185"/>
                <a:gd name="connsiteX22" fmla="*/ 5028556 w 5064554"/>
                <a:gd name="connsiteY22" fmla="*/ 3526687 h 5746185"/>
                <a:gd name="connsiteX23" fmla="*/ 4946789 w 5064554"/>
                <a:gd name="connsiteY23" fmla="*/ 3833942 h 5746185"/>
                <a:gd name="connsiteX24" fmla="*/ 4837646 w 5064554"/>
                <a:gd name="connsiteY24" fmla="*/ 4130967 h 5746185"/>
                <a:gd name="connsiteX25" fmla="*/ 4769104 w 5064554"/>
                <a:gd name="connsiteY25" fmla="*/ 4278673 h 5746185"/>
                <a:gd name="connsiteX26" fmla="*/ 4680818 w 5064554"/>
                <a:gd name="connsiteY26" fmla="*/ 4422429 h 5746185"/>
                <a:gd name="connsiteX27" fmla="*/ 4567762 w 5064554"/>
                <a:gd name="connsiteY27" fmla="*/ 4555058 h 5746185"/>
                <a:gd name="connsiteX28" fmla="*/ 4502759 w 5064554"/>
                <a:gd name="connsiteY28" fmla="*/ 4613925 h 5746185"/>
                <a:gd name="connsiteX29" fmla="*/ 4434218 w 5064554"/>
                <a:gd name="connsiteY29" fmla="*/ 4666689 h 5746185"/>
                <a:gd name="connsiteX30" fmla="*/ 4160610 w 5064554"/>
                <a:gd name="connsiteY30" fmla="*/ 4832881 h 5746185"/>
                <a:gd name="connsiteX31" fmla="*/ 3920156 w 5064554"/>
                <a:gd name="connsiteY31" fmla="*/ 4984175 h 5746185"/>
                <a:gd name="connsiteX32" fmla="*/ 3812501 w 5064554"/>
                <a:gd name="connsiteY32" fmla="*/ 5068168 h 5746185"/>
                <a:gd name="connsiteX33" fmla="*/ 3711179 w 5064554"/>
                <a:gd name="connsiteY33" fmla="*/ 5159158 h 5746185"/>
                <a:gd name="connsiteX34" fmla="*/ 3662380 w 5064554"/>
                <a:gd name="connsiteY34" fmla="*/ 5207795 h 5746185"/>
                <a:gd name="connsiteX35" fmla="*/ 3612091 w 5064554"/>
                <a:gd name="connsiteY35" fmla="*/ 5259662 h 5746185"/>
                <a:gd name="connsiteX36" fmla="*/ 3511327 w 5064554"/>
                <a:gd name="connsiteY36" fmla="*/ 5365012 h 5746185"/>
                <a:gd name="connsiteX37" fmla="*/ 3302909 w 5064554"/>
                <a:gd name="connsiteY37" fmla="*/ 5577146 h 5746185"/>
                <a:gd name="connsiteX38" fmla="*/ 3195253 w 5064554"/>
                <a:gd name="connsiteY38" fmla="*/ 5683753 h 5746185"/>
                <a:gd name="connsiteX39" fmla="*/ 3129248 w 5064554"/>
                <a:gd name="connsiteY39" fmla="*/ 5746185 h 5746185"/>
                <a:gd name="connsiteX40" fmla="*/ 2696114 w 5064554"/>
                <a:gd name="connsiteY40" fmla="*/ 5746185 h 5746185"/>
                <a:gd name="connsiteX41" fmla="*/ 2854035 w 5064554"/>
                <a:gd name="connsiteY41" fmla="*/ 5578941 h 5746185"/>
                <a:gd name="connsiteX42" fmla="*/ 2949771 w 5064554"/>
                <a:gd name="connsiteY42" fmla="*/ 5468566 h 5746185"/>
                <a:gd name="connsiteX43" fmla="*/ 3045690 w 5064554"/>
                <a:gd name="connsiteY43" fmla="*/ 5356219 h 5746185"/>
                <a:gd name="connsiteX44" fmla="*/ 3243679 w 5064554"/>
                <a:gd name="connsiteY44" fmla="*/ 5129905 h 5746185"/>
                <a:gd name="connsiteX45" fmla="*/ 3350402 w 5064554"/>
                <a:gd name="connsiteY45" fmla="*/ 5019889 h 5746185"/>
                <a:gd name="connsiteX46" fmla="*/ 3405908 w 5064554"/>
                <a:gd name="connsiteY46" fmla="*/ 4965868 h 5746185"/>
                <a:gd name="connsiteX47" fmla="*/ 3465323 w 5064554"/>
                <a:gd name="connsiteY47" fmla="*/ 4911130 h 5746185"/>
                <a:gd name="connsiteX48" fmla="*/ 3728872 w 5064554"/>
                <a:gd name="connsiteY48" fmla="*/ 4715505 h 5746185"/>
                <a:gd name="connsiteX49" fmla="*/ 4012537 w 5064554"/>
                <a:gd name="connsiteY49" fmla="*/ 4566545 h 5746185"/>
                <a:gd name="connsiteX50" fmla="*/ 4146455 w 5064554"/>
                <a:gd name="connsiteY50" fmla="*/ 4502832 h 5746185"/>
                <a:gd name="connsiteX51" fmla="*/ 4265658 w 5064554"/>
                <a:gd name="connsiteY51" fmla="*/ 4436787 h 5746185"/>
                <a:gd name="connsiteX52" fmla="*/ 4447068 w 5064554"/>
                <a:gd name="connsiteY52" fmla="*/ 4266826 h 5746185"/>
                <a:gd name="connsiteX53" fmla="*/ 4561802 w 5064554"/>
                <a:gd name="connsiteY53" fmla="*/ 4033693 h 5746185"/>
                <a:gd name="connsiteX54" fmla="*/ 4618237 w 5064554"/>
                <a:gd name="connsiteY54" fmla="*/ 3765564 h 5746185"/>
                <a:gd name="connsiteX55" fmla="*/ 4628108 w 5064554"/>
                <a:gd name="connsiteY55" fmla="*/ 3492050 h 5746185"/>
                <a:gd name="connsiteX56" fmla="*/ 4609670 w 5064554"/>
                <a:gd name="connsiteY56" fmla="*/ 3222125 h 5746185"/>
                <a:gd name="connsiteX57" fmla="*/ 4567390 w 5064554"/>
                <a:gd name="connsiteY57" fmla="*/ 2956508 h 5746185"/>
                <a:gd name="connsiteX58" fmla="*/ 4501083 w 5064554"/>
                <a:gd name="connsiteY58" fmla="*/ 2695555 h 5746185"/>
                <a:gd name="connsiteX59" fmla="*/ 4320789 w 5064554"/>
                <a:gd name="connsiteY59" fmla="*/ 2183167 h 5746185"/>
                <a:gd name="connsiteX60" fmla="*/ 4055189 w 5064554"/>
                <a:gd name="connsiteY60" fmla="*/ 1697159 h 5746185"/>
                <a:gd name="connsiteX61" fmla="*/ 3893334 w 5064554"/>
                <a:gd name="connsiteY61" fmla="*/ 1467972 h 5746185"/>
                <a:gd name="connsiteX62" fmla="*/ 3712854 w 5064554"/>
                <a:gd name="connsiteY62" fmla="*/ 1250454 h 5746185"/>
                <a:gd name="connsiteX63" fmla="*/ 3300486 w 5064554"/>
                <a:gd name="connsiteY63" fmla="*/ 856873 h 5746185"/>
                <a:gd name="connsiteX64" fmla="*/ 2823118 w 5064554"/>
                <a:gd name="connsiteY64" fmla="*/ 536158 h 5746185"/>
                <a:gd name="connsiteX65" fmla="*/ 2759232 w 5064554"/>
                <a:gd name="connsiteY65" fmla="*/ 502417 h 5746185"/>
                <a:gd name="connsiteX66" fmla="*/ 2694601 w 5064554"/>
                <a:gd name="connsiteY66" fmla="*/ 470293 h 5746185"/>
                <a:gd name="connsiteX67" fmla="*/ 2628854 w 5064554"/>
                <a:gd name="connsiteY67" fmla="*/ 440142 h 5746185"/>
                <a:gd name="connsiteX68" fmla="*/ 2562361 w 5064554"/>
                <a:gd name="connsiteY68" fmla="*/ 411605 h 5746185"/>
                <a:gd name="connsiteX69" fmla="*/ 2289497 w 5064554"/>
                <a:gd name="connsiteY69" fmla="*/ 316484 h 5746185"/>
                <a:gd name="connsiteX70" fmla="*/ 2007510 w 5064554"/>
                <a:gd name="connsiteY70" fmla="*/ 254927 h 5746185"/>
                <a:gd name="connsiteX71" fmla="*/ 1720677 w 5064554"/>
                <a:gd name="connsiteY71" fmla="*/ 231775 h 5746185"/>
                <a:gd name="connsiteX72" fmla="*/ 1144034 w 5064554"/>
                <a:gd name="connsiteY72" fmla="*/ 303923 h 5746185"/>
                <a:gd name="connsiteX73" fmla="*/ 609856 w 5064554"/>
                <a:gd name="connsiteY73" fmla="*/ 517135 h 5746185"/>
                <a:gd name="connsiteX74" fmla="*/ 137330 w 5064554"/>
                <a:gd name="connsiteY74" fmla="*/ 828337 h 5746185"/>
                <a:gd name="connsiteX75" fmla="*/ 0 w 5064554"/>
                <a:gd name="connsiteY75" fmla="*/ 943022 h 5746185"/>
                <a:gd name="connsiteX76" fmla="*/ 0 w 5064554"/>
                <a:gd name="connsiteY76" fmla="*/ 441968 h 5746185"/>
                <a:gd name="connsiteX77" fmla="*/ 170854 w 5064554"/>
                <a:gd name="connsiteY77" fmla="*/ 345537 h 5746185"/>
                <a:gd name="connsiteX78" fmla="*/ 466998 w 5064554"/>
                <a:gd name="connsiteY78" fmla="*/ 218852 h 5746185"/>
                <a:gd name="connsiteX79" fmla="*/ 1086479 w 5064554"/>
                <a:gd name="connsiteY79" fmla="*/ 56253 h 5746185"/>
                <a:gd name="connsiteX80" fmla="*/ 1720118 w 5064554"/>
                <a:gd name="connsiteY80" fmla="*/ 79 h 57461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5064554" h="5746185">
                  <a:moveTo>
                    <a:pt x="0" y="5562249"/>
                  </a:moveTo>
                  <a:lnTo>
                    <a:pt x="46809" y="5601914"/>
                  </a:lnTo>
                  <a:cubicBezTo>
                    <a:pt x="65807" y="5616093"/>
                    <a:pt x="84433" y="5631168"/>
                    <a:pt x="103803" y="5645347"/>
                  </a:cubicBezTo>
                  <a:lnTo>
                    <a:pt x="161915" y="5687702"/>
                  </a:lnTo>
                  <a:lnTo>
                    <a:pt x="220771" y="5729158"/>
                  </a:lnTo>
                  <a:lnTo>
                    <a:pt x="246285" y="5746185"/>
                  </a:lnTo>
                  <a:lnTo>
                    <a:pt x="0" y="5746185"/>
                  </a:lnTo>
                  <a:close/>
                  <a:moveTo>
                    <a:pt x="1720118" y="79"/>
                  </a:moveTo>
                  <a:cubicBezTo>
                    <a:pt x="1827587" y="-820"/>
                    <a:pt x="1935057" y="6001"/>
                    <a:pt x="2041220" y="19280"/>
                  </a:cubicBezTo>
                  <a:cubicBezTo>
                    <a:pt x="2147573" y="31844"/>
                    <a:pt x="2252621" y="51766"/>
                    <a:pt x="2356178" y="76533"/>
                  </a:cubicBezTo>
                  <a:cubicBezTo>
                    <a:pt x="2563478" y="126245"/>
                    <a:pt x="2764261" y="197316"/>
                    <a:pt x="2956476" y="284898"/>
                  </a:cubicBezTo>
                  <a:cubicBezTo>
                    <a:pt x="3052583" y="329049"/>
                    <a:pt x="3147013" y="376429"/>
                    <a:pt x="3238838" y="428117"/>
                  </a:cubicBezTo>
                  <a:cubicBezTo>
                    <a:pt x="3331032" y="479266"/>
                    <a:pt x="3421180" y="534185"/>
                    <a:pt x="3508346" y="593052"/>
                  </a:cubicBezTo>
                  <a:cubicBezTo>
                    <a:pt x="3682868" y="710785"/>
                    <a:pt x="3849007" y="840722"/>
                    <a:pt x="4003038" y="983938"/>
                  </a:cubicBezTo>
                  <a:cubicBezTo>
                    <a:pt x="4157071" y="1127158"/>
                    <a:pt x="4300488" y="1282041"/>
                    <a:pt x="4429376" y="1448410"/>
                  </a:cubicBezTo>
                  <a:cubicBezTo>
                    <a:pt x="4558636" y="1614781"/>
                    <a:pt x="4672623" y="1793174"/>
                    <a:pt x="4770594" y="1980902"/>
                  </a:cubicBezTo>
                  <a:cubicBezTo>
                    <a:pt x="4819206" y="2074945"/>
                    <a:pt x="4862977" y="2171681"/>
                    <a:pt x="4902648" y="2270210"/>
                  </a:cubicBezTo>
                  <a:cubicBezTo>
                    <a:pt x="4912334" y="2294978"/>
                    <a:pt x="4922390" y="2319565"/>
                    <a:pt x="4931144" y="2344691"/>
                  </a:cubicBezTo>
                  <a:lnTo>
                    <a:pt x="4957220" y="2420068"/>
                  </a:lnTo>
                  <a:lnTo>
                    <a:pt x="4980316" y="2496522"/>
                  </a:lnTo>
                  <a:cubicBezTo>
                    <a:pt x="4987766" y="2522187"/>
                    <a:pt x="4993911" y="2548031"/>
                    <a:pt x="5000617" y="2574414"/>
                  </a:cubicBezTo>
                  <a:cubicBezTo>
                    <a:pt x="5051278" y="2781523"/>
                    <a:pt x="5069160" y="2996351"/>
                    <a:pt x="5063572" y="3209382"/>
                  </a:cubicBezTo>
                  <a:cubicBezTo>
                    <a:pt x="5060778" y="3315809"/>
                    <a:pt x="5049043" y="3422236"/>
                    <a:pt x="5028556" y="3526687"/>
                  </a:cubicBezTo>
                  <a:cubicBezTo>
                    <a:pt x="5008069" y="3631141"/>
                    <a:pt x="4979571" y="3733619"/>
                    <a:pt x="4946789" y="3833942"/>
                  </a:cubicBezTo>
                  <a:cubicBezTo>
                    <a:pt x="4914009" y="3934267"/>
                    <a:pt x="4879179" y="4032079"/>
                    <a:pt x="4837646" y="4130967"/>
                  </a:cubicBezTo>
                  <a:cubicBezTo>
                    <a:pt x="4816971" y="4180322"/>
                    <a:pt x="4794620" y="4229678"/>
                    <a:pt x="4769104" y="4278673"/>
                  </a:cubicBezTo>
                  <a:cubicBezTo>
                    <a:pt x="4743029" y="4327308"/>
                    <a:pt x="4714530" y="4375946"/>
                    <a:pt x="4680818" y="4422429"/>
                  </a:cubicBezTo>
                  <a:cubicBezTo>
                    <a:pt x="4647478" y="4469092"/>
                    <a:pt x="4609482" y="4513961"/>
                    <a:pt x="4567762" y="4555058"/>
                  </a:cubicBezTo>
                  <a:cubicBezTo>
                    <a:pt x="4546715" y="4575518"/>
                    <a:pt x="4525110" y="4595260"/>
                    <a:pt x="4502759" y="4613925"/>
                  </a:cubicBezTo>
                  <a:cubicBezTo>
                    <a:pt x="4480408" y="4632591"/>
                    <a:pt x="4457313" y="4649999"/>
                    <a:pt x="4434218" y="4666689"/>
                  </a:cubicBezTo>
                  <a:cubicBezTo>
                    <a:pt x="4341090" y="4733452"/>
                    <a:pt x="4246659" y="4783347"/>
                    <a:pt x="4160610" y="4832881"/>
                  </a:cubicBezTo>
                  <a:cubicBezTo>
                    <a:pt x="4074002" y="4881876"/>
                    <a:pt x="3994471" y="4930513"/>
                    <a:pt x="3920156" y="4984175"/>
                  </a:cubicBezTo>
                  <a:cubicBezTo>
                    <a:pt x="3882905" y="5010734"/>
                    <a:pt x="3847144" y="5038913"/>
                    <a:pt x="3812501" y="5068168"/>
                  </a:cubicBezTo>
                  <a:cubicBezTo>
                    <a:pt x="3777485" y="5097062"/>
                    <a:pt x="3743960" y="5127752"/>
                    <a:pt x="3711179" y="5159158"/>
                  </a:cubicBezTo>
                  <a:cubicBezTo>
                    <a:pt x="3694601" y="5175132"/>
                    <a:pt x="3679143" y="5190745"/>
                    <a:pt x="3662380" y="5207795"/>
                  </a:cubicBezTo>
                  <a:lnTo>
                    <a:pt x="3612091" y="5259662"/>
                  </a:lnTo>
                  <a:lnTo>
                    <a:pt x="3511327" y="5365012"/>
                  </a:lnTo>
                  <a:cubicBezTo>
                    <a:pt x="3443530" y="5435544"/>
                    <a:pt x="3373686" y="5505897"/>
                    <a:pt x="3302909" y="5577146"/>
                  </a:cubicBezTo>
                  <a:cubicBezTo>
                    <a:pt x="3267520" y="5612861"/>
                    <a:pt x="3231573" y="5648219"/>
                    <a:pt x="3195253" y="5683753"/>
                  </a:cubicBezTo>
                  <a:lnTo>
                    <a:pt x="3129248" y="5746185"/>
                  </a:lnTo>
                  <a:lnTo>
                    <a:pt x="2696114" y="5746185"/>
                  </a:lnTo>
                  <a:lnTo>
                    <a:pt x="2854035" y="5578941"/>
                  </a:lnTo>
                  <a:cubicBezTo>
                    <a:pt x="2886257" y="5542689"/>
                    <a:pt x="2917921" y="5505718"/>
                    <a:pt x="2949771" y="5468566"/>
                  </a:cubicBezTo>
                  <a:lnTo>
                    <a:pt x="3045690" y="5356219"/>
                  </a:lnTo>
                  <a:cubicBezTo>
                    <a:pt x="3110136" y="5281019"/>
                    <a:pt x="3174578" y="5204384"/>
                    <a:pt x="3243679" y="5129905"/>
                  </a:cubicBezTo>
                  <a:cubicBezTo>
                    <a:pt x="3278324" y="5092934"/>
                    <a:pt x="3313897" y="5056143"/>
                    <a:pt x="3350402" y="5019889"/>
                  </a:cubicBezTo>
                  <a:lnTo>
                    <a:pt x="3405908" y="4965868"/>
                  </a:lnTo>
                  <a:cubicBezTo>
                    <a:pt x="3424533" y="4947921"/>
                    <a:pt x="3445208" y="4929077"/>
                    <a:pt x="3465323" y="4911130"/>
                  </a:cubicBezTo>
                  <a:cubicBezTo>
                    <a:pt x="3546342" y="4838623"/>
                    <a:pt x="3635745" y="4772936"/>
                    <a:pt x="3728872" y="4715505"/>
                  </a:cubicBezTo>
                  <a:cubicBezTo>
                    <a:pt x="3821999" y="4657895"/>
                    <a:pt x="3919784" y="4609976"/>
                    <a:pt x="4012537" y="4566545"/>
                  </a:cubicBezTo>
                  <a:cubicBezTo>
                    <a:pt x="4058915" y="4544830"/>
                    <a:pt x="4103989" y="4524011"/>
                    <a:pt x="4146455" y="4502832"/>
                  </a:cubicBezTo>
                  <a:cubicBezTo>
                    <a:pt x="4189107" y="4481656"/>
                    <a:pt x="4229152" y="4460298"/>
                    <a:pt x="4265658" y="4436787"/>
                  </a:cubicBezTo>
                  <a:cubicBezTo>
                    <a:pt x="4339041" y="4390303"/>
                    <a:pt x="4398456" y="4335026"/>
                    <a:pt x="4447068" y="4266826"/>
                  </a:cubicBezTo>
                  <a:cubicBezTo>
                    <a:pt x="4495309" y="4198628"/>
                    <a:pt x="4533305" y="4118942"/>
                    <a:pt x="4561802" y="4033693"/>
                  </a:cubicBezTo>
                  <a:cubicBezTo>
                    <a:pt x="4590112" y="3948445"/>
                    <a:pt x="4608180" y="3856557"/>
                    <a:pt x="4618237" y="3765564"/>
                  </a:cubicBezTo>
                  <a:cubicBezTo>
                    <a:pt x="4627922" y="3674214"/>
                    <a:pt x="4630157" y="3582682"/>
                    <a:pt x="4628108" y="3492050"/>
                  </a:cubicBezTo>
                  <a:cubicBezTo>
                    <a:pt x="4625128" y="3401236"/>
                    <a:pt x="4618611" y="3311322"/>
                    <a:pt x="4609670" y="3222125"/>
                  </a:cubicBezTo>
                  <a:cubicBezTo>
                    <a:pt x="4600543" y="3132928"/>
                    <a:pt x="4586760" y="3044269"/>
                    <a:pt x="4567390" y="2956508"/>
                  </a:cubicBezTo>
                  <a:cubicBezTo>
                    <a:pt x="4548205" y="2868747"/>
                    <a:pt x="4525296" y="2782062"/>
                    <a:pt x="4501083" y="2695555"/>
                  </a:cubicBezTo>
                  <a:cubicBezTo>
                    <a:pt x="4452658" y="2522726"/>
                    <a:pt x="4395662" y="2350434"/>
                    <a:pt x="4320789" y="2183167"/>
                  </a:cubicBezTo>
                  <a:cubicBezTo>
                    <a:pt x="4245914" y="2015899"/>
                    <a:pt x="4157071" y="1853298"/>
                    <a:pt x="4055189" y="1697159"/>
                  </a:cubicBezTo>
                  <a:cubicBezTo>
                    <a:pt x="4004157" y="1619267"/>
                    <a:pt x="3950142" y="1542813"/>
                    <a:pt x="3893334" y="1467972"/>
                  </a:cubicBezTo>
                  <a:cubicBezTo>
                    <a:pt x="3836528" y="1393134"/>
                    <a:pt x="3775995" y="1320986"/>
                    <a:pt x="3712854" y="1250454"/>
                  </a:cubicBezTo>
                  <a:cubicBezTo>
                    <a:pt x="3587133" y="1109210"/>
                    <a:pt x="3449118" y="977120"/>
                    <a:pt x="3300486" y="856873"/>
                  </a:cubicBezTo>
                  <a:cubicBezTo>
                    <a:pt x="3152043" y="736089"/>
                    <a:pt x="2992237" y="628047"/>
                    <a:pt x="2823118" y="536158"/>
                  </a:cubicBezTo>
                  <a:cubicBezTo>
                    <a:pt x="2801884" y="524852"/>
                    <a:pt x="2780652" y="513367"/>
                    <a:pt x="2759232" y="502417"/>
                  </a:cubicBezTo>
                  <a:lnTo>
                    <a:pt x="2694601" y="470293"/>
                  </a:lnTo>
                  <a:lnTo>
                    <a:pt x="2628854" y="440142"/>
                  </a:lnTo>
                  <a:cubicBezTo>
                    <a:pt x="2606875" y="430092"/>
                    <a:pt x="2584525" y="421117"/>
                    <a:pt x="2562361" y="411605"/>
                  </a:cubicBezTo>
                  <a:cubicBezTo>
                    <a:pt x="2473517" y="374455"/>
                    <a:pt x="2382068" y="343227"/>
                    <a:pt x="2289497" y="316484"/>
                  </a:cubicBezTo>
                  <a:cubicBezTo>
                    <a:pt x="2196929" y="289923"/>
                    <a:pt x="2102498" y="269643"/>
                    <a:pt x="2007510" y="254927"/>
                  </a:cubicBezTo>
                  <a:cubicBezTo>
                    <a:pt x="1912333" y="240748"/>
                    <a:pt x="1816411" y="232852"/>
                    <a:pt x="1720677" y="231775"/>
                  </a:cubicBezTo>
                  <a:cubicBezTo>
                    <a:pt x="1526042" y="230339"/>
                    <a:pt x="1331219" y="254747"/>
                    <a:pt x="1144034" y="303923"/>
                  </a:cubicBezTo>
                  <a:cubicBezTo>
                    <a:pt x="956475" y="352739"/>
                    <a:pt x="777671" y="427399"/>
                    <a:pt x="609856" y="517135"/>
                  </a:cubicBezTo>
                  <a:cubicBezTo>
                    <a:pt x="441854" y="607049"/>
                    <a:pt x="284843" y="712938"/>
                    <a:pt x="137330" y="828337"/>
                  </a:cubicBezTo>
                  <a:lnTo>
                    <a:pt x="0" y="943022"/>
                  </a:lnTo>
                  <a:lnTo>
                    <a:pt x="0" y="441968"/>
                  </a:lnTo>
                  <a:lnTo>
                    <a:pt x="170854" y="345537"/>
                  </a:lnTo>
                  <a:cubicBezTo>
                    <a:pt x="267240" y="298045"/>
                    <a:pt x="366234" y="255824"/>
                    <a:pt x="466998" y="218852"/>
                  </a:cubicBezTo>
                  <a:cubicBezTo>
                    <a:pt x="668527" y="144732"/>
                    <a:pt x="876944" y="92505"/>
                    <a:pt x="1086479" y="56253"/>
                  </a:cubicBezTo>
                  <a:cubicBezTo>
                    <a:pt x="1296203" y="20358"/>
                    <a:pt x="1507974" y="1514"/>
                    <a:pt x="1720118" y="79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76DA3EB3-67D4-47DC-A531-F4B0EB029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" y="935182"/>
              <a:ext cx="5401995" cy="5922818"/>
            </a:xfrm>
            <a:custGeom>
              <a:avLst/>
              <a:gdLst>
                <a:gd name="connsiteX0" fmla="*/ 0 w 5401995"/>
                <a:gd name="connsiteY0" fmla="*/ 5912646 h 5922818"/>
                <a:gd name="connsiteX1" fmla="*/ 15931 w 5401995"/>
                <a:gd name="connsiteY1" fmla="*/ 5922818 h 5922818"/>
                <a:gd name="connsiteX2" fmla="*/ 0 w 5401995"/>
                <a:gd name="connsiteY2" fmla="*/ 5922818 h 5922818"/>
                <a:gd name="connsiteX3" fmla="*/ 1741724 w 5401995"/>
                <a:gd name="connsiteY3" fmla="*/ 0 h 5922818"/>
                <a:gd name="connsiteX4" fmla="*/ 5401995 w 5401995"/>
                <a:gd name="connsiteY4" fmla="*/ 3449232 h 5922818"/>
                <a:gd name="connsiteX5" fmla="*/ 4367046 w 5401995"/>
                <a:gd name="connsiteY5" fmla="*/ 5852517 h 5922818"/>
                <a:gd name="connsiteX6" fmla="*/ 4290573 w 5401995"/>
                <a:gd name="connsiteY6" fmla="*/ 5922818 h 5922818"/>
                <a:gd name="connsiteX7" fmla="*/ 3023725 w 5401995"/>
                <a:gd name="connsiteY7" fmla="*/ 5922818 h 5922818"/>
                <a:gd name="connsiteX8" fmla="*/ 3043643 w 5401995"/>
                <a:gd name="connsiteY8" fmla="*/ 5905761 h 5922818"/>
                <a:gd name="connsiteX9" fmla="*/ 3156885 w 5401995"/>
                <a:gd name="connsiteY9" fmla="*/ 5797204 h 5922818"/>
                <a:gd name="connsiteX10" fmla="*/ 3267706 w 5401995"/>
                <a:gd name="connsiteY10" fmla="*/ 5685616 h 5922818"/>
                <a:gd name="connsiteX11" fmla="*/ 3487673 w 5401995"/>
                <a:gd name="connsiteY11" fmla="*/ 5458875 h 5922818"/>
                <a:gd name="connsiteX12" fmla="*/ 3598682 w 5401995"/>
                <a:gd name="connsiteY12" fmla="*/ 5345506 h 5922818"/>
                <a:gd name="connsiteX13" fmla="*/ 3713227 w 5401995"/>
                <a:gd name="connsiteY13" fmla="*/ 5233203 h 5922818"/>
                <a:gd name="connsiteX14" fmla="*/ 4248708 w 5401995"/>
                <a:gd name="connsiteY14" fmla="*/ 4858691 h 5922818"/>
                <a:gd name="connsiteX15" fmla="*/ 4518032 w 5401995"/>
                <a:gd name="connsiteY15" fmla="*/ 4700401 h 5922818"/>
                <a:gd name="connsiteX16" fmla="*/ 4720304 w 5401995"/>
                <a:gd name="connsiteY16" fmla="*/ 4500399 h 5922818"/>
                <a:gd name="connsiteX17" fmla="*/ 4846027 w 5401995"/>
                <a:gd name="connsiteY17" fmla="*/ 4246029 h 5922818"/>
                <a:gd name="connsiteX18" fmla="*/ 4920900 w 5401995"/>
                <a:gd name="connsiteY18" fmla="*/ 3963496 h 5922818"/>
                <a:gd name="connsiteX19" fmla="*/ 4933752 w 5401995"/>
                <a:gd name="connsiteY19" fmla="*/ 3891303 h 5922818"/>
                <a:gd name="connsiteX20" fmla="*/ 4944740 w 5401995"/>
                <a:gd name="connsiteY20" fmla="*/ 3818931 h 5922818"/>
                <a:gd name="connsiteX21" fmla="*/ 4952935 w 5401995"/>
                <a:gd name="connsiteY21" fmla="*/ 3746381 h 5922818"/>
                <a:gd name="connsiteX22" fmla="*/ 4958896 w 5401995"/>
                <a:gd name="connsiteY22" fmla="*/ 3673652 h 5922818"/>
                <a:gd name="connsiteX23" fmla="*/ 4962249 w 5401995"/>
                <a:gd name="connsiteY23" fmla="*/ 3382920 h 5922818"/>
                <a:gd name="connsiteX24" fmla="*/ 4957593 w 5401995"/>
                <a:gd name="connsiteY24" fmla="*/ 3310370 h 5922818"/>
                <a:gd name="connsiteX25" fmla="*/ 4950515 w 5401995"/>
                <a:gd name="connsiteY25" fmla="*/ 3237998 h 5922818"/>
                <a:gd name="connsiteX26" fmla="*/ 4941761 w 5401995"/>
                <a:gd name="connsiteY26" fmla="*/ 3165805 h 5922818"/>
                <a:gd name="connsiteX27" fmla="*/ 4931145 w 5401995"/>
                <a:gd name="connsiteY27" fmla="*/ 3093968 h 5922818"/>
                <a:gd name="connsiteX28" fmla="*/ 4869122 w 5401995"/>
                <a:gd name="connsiteY28" fmla="*/ 2809296 h 5922818"/>
                <a:gd name="connsiteX29" fmla="*/ 4660144 w 5401995"/>
                <a:gd name="connsiteY29" fmla="*/ 2260271 h 5922818"/>
                <a:gd name="connsiteX30" fmla="*/ 4518404 w 5401995"/>
                <a:gd name="connsiteY30" fmla="*/ 1998593 h 5922818"/>
                <a:gd name="connsiteX31" fmla="*/ 4355246 w 5401995"/>
                <a:gd name="connsiteY31" fmla="*/ 1746720 h 5922818"/>
                <a:gd name="connsiteX32" fmla="*/ 4171971 w 5401995"/>
                <a:gd name="connsiteY32" fmla="*/ 1505719 h 5922818"/>
                <a:gd name="connsiteX33" fmla="*/ 3969141 w 5401995"/>
                <a:gd name="connsiteY33" fmla="*/ 1277017 h 5922818"/>
                <a:gd name="connsiteX34" fmla="*/ 3748056 w 5401995"/>
                <a:gd name="connsiteY34" fmla="*/ 1062043 h 5922818"/>
                <a:gd name="connsiteX35" fmla="*/ 3507974 w 5401995"/>
                <a:gd name="connsiteY35" fmla="*/ 864002 h 5922818"/>
                <a:gd name="connsiteX36" fmla="*/ 3250199 w 5401995"/>
                <a:gd name="connsiteY36" fmla="*/ 684854 h 5922818"/>
                <a:gd name="connsiteX37" fmla="*/ 2974728 w 5401995"/>
                <a:gd name="connsiteY37" fmla="*/ 529060 h 5922818"/>
                <a:gd name="connsiteX38" fmla="*/ 2683054 w 5401995"/>
                <a:gd name="connsiteY38" fmla="*/ 400004 h 5922818"/>
                <a:gd name="connsiteX39" fmla="*/ 2377410 w 5401995"/>
                <a:gd name="connsiteY39" fmla="*/ 302321 h 5922818"/>
                <a:gd name="connsiteX40" fmla="*/ 1738558 w 5401995"/>
                <a:gd name="connsiteY40" fmla="*/ 219075 h 5922818"/>
                <a:gd name="connsiteX41" fmla="*/ 1096353 w 5401995"/>
                <a:gd name="connsiteY41" fmla="*/ 287347 h 5922818"/>
                <a:gd name="connsiteX42" fmla="*/ 1076608 w 5401995"/>
                <a:gd name="connsiteY42" fmla="*/ 291269 h 5922818"/>
                <a:gd name="connsiteX43" fmla="*/ 1057052 w 5401995"/>
                <a:gd name="connsiteY43" fmla="*/ 296081 h 5922818"/>
                <a:gd name="connsiteX44" fmla="*/ 1017940 w 5401995"/>
                <a:gd name="connsiteY44" fmla="*/ 305708 h 5922818"/>
                <a:gd name="connsiteX45" fmla="*/ 939899 w 5401995"/>
                <a:gd name="connsiteY45" fmla="*/ 325137 h 5922818"/>
                <a:gd name="connsiteX46" fmla="*/ 862788 w 5401995"/>
                <a:gd name="connsiteY46" fmla="*/ 347418 h 5922818"/>
                <a:gd name="connsiteX47" fmla="*/ 786052 w 5401995"/>
                <a:gd name="connsiteY47" fmla="*/ 370948 h 5922818"/>
                <a:gd name="connsiteX48" fmla="*/ 710434 w 5401995"/>
                <a:gd name="connsiteY48" fmla="*/ 397152 h 5922818"/>
                <a:gd name="connsiteX49" fmla="*/ 635372 w 5401995"/>
                <a:gd name="connsiteY49" fmla="*/ 424425 h 5922818"/>
                <a:gd name="connsiteX50" fmla="*/ 561615 w 5401995"/>
                <a:gd name="connsiteY50" fmla="*/ 454551 h 5922818"/>
                <a:gd name="connsiteX51" fmla="*/ 488419 w 5401995"/>
                <a:gd name="connsiteY51" fmla="*/ 485744 h 5922818"/>
                <a:gd name="connsiteX52" fmla="*/ 206696 w 5401995"/>
                <a:gd name="connsiteY52" fmla="*/ 629655 h 5922818"/>
                <a:gd name="connsiteX53" fmla="*/ 0 w 5401995"/>
                <a:gd name="connsiteY53" fmla="*/ 763803 h 5922818"/>
                <a:gd name="connsiteX54" fmla="*/ 0 w 5401995"/>
                <a:gd name="connsiteY54" fmla="*/ 418320 h 5922818"/>
                <a:gd name="connsiteX55" fmla="*/ 89677 w 5401995"/>
                <a:gd name="connsiteY55" fmla="*/ 370541 h 5922818"/>
                <a:gd name="connsiteX56" fmla="*/ 1741724 w 5401995"/>
                <a:gd name="connsiteY56" fmla="*/ 0 h 592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401995" h="5922818">
                  <a:moveTo>
                    <a:pt x="0" y="5912646"/>
                  </a:moveTo>
                  <a:lnTo>
                    <a:pt x="15931" y="5922818"/>
                  </a:lnTo>
                  <a:lnTo>
                    <a:pt x="0" y="5922818"/>
                  </a:lnTo>
                  <a:close/>
                  <a:moveTo>
                    <a:pt x="1741724" y="0"/>
                  </a:moveTo>
                  <a:cubicBezTo>
                    <a:pt x="3763330" y="0"/>
                    <a:pt x="5401995" y="1544222"/>
                    <a:pt x="5401995" y="3449232"/>
                  </a:cubicBezTo>
                  <a:cubicBezTo>
                    <a:pt x="5401995" y="4383723"/>
                    <a:pt x="5007554" y="5231364"/>
                    <a:pt x="4367046" y="5852517"/>
                  </a:cubicBezTo>
                  <a:lnTo>
                    <a:pt x="4290573" y="5922818"/>
                  </a:lnTo>
                  <a:lnTo>
                    <a:pt x="3023725" y="5922818"/>
                  </a:lnTo>
                  <a:lnTo>
                    <a:pt x="3043643" y="5905761"/>
                  </a:lnTo>
                  <a:cubicBezTo>
                    <a:pt x="3081825" y="5870109"/>
                    <a:pt x="3119635" y="5833924"/>
                    <a:pt x="3156885" y="5797204"/>
                  </a:cubicBezTo>
                  <a:cubicBezTo>
                    <a:pt x="3194136" y="5760482"/>
                    <a:pt x="3231014" y="5723050"/>
                    <a:pt x="3267706" y="5685616"/>
                  </a:cubicBezTo>
                  <a:cubicBezTo>
                    <a:pt x="3341276" y="5610748"/>
                    <a:pt x="3414103" y="5534633"/>
                    <a:pt x="3487673" y="5458875"/>
                  </a:cubicBezTo>
                  <a:lnTo>
                    <a:pt x="3598682" y="5345506"/>
                  </a:lnTo>
                  <a:cubicBezTo>
                    <a:pt x="3635933" y="5307715"/>
                    <a:pt x="3673369" y="5270460"/>
                    <a:pt x="3713227" y="5233203"/>
                  </a:cubicBezTo>
                  <a:cubicBezTo>
                    <a:pt x="3869868" y="5083827"/>
                    <a:pt x="4057798" y="4960832"/>
                    <a:pt x="4248708" y="4858691"/>
                  </a:cubicBezTo>
                  <a:cubicBezTo>
                    <a:pt x="4343325" y="4806462"/>
                    <a:pt x="4437012" y="4757622"/>
                    <a:pt x="4518032" y="4700401"/>
                  </a:cubicBezTo>
                  <a:cubicBezTo>
                    <a:pt x="4599240" y="4643539"/>
                    <a:pt x="4667408" y="4577761"/>
                    <a:pt x="4720304" y="4500399"/>
                  </a:cubicBezTo>
                  <a:cubicBezTo>
                    <a:pt x="4774131" y="4423929"/>
                    <a:pt x="4813991" y="4336941"/>
                    <a:pt x="4846027" y="4246029"/>
                  </a:cubicBezTo>
                  <a:cubicBezTo>
                    <a:pt x="4878062" y="4155120"/>
                    <a:pt x="4901903" y="4059396"/>
                    <a:pt x="4920900" y="3963496"/>
                  </a:cubicBezTo>
                  <a:cubicBezTo>
                    <a:pt x="4924998" y="3939253"/>
                    <a:pt x="4930213" y="3915366"/>
                    <a:pt x="4933752" y="3891303"/>
                  </a:cubicBezTo>
                  <a:lnTo>
                    <a:pt x="4944740" y="3818931"/>
                  </a:lnTo>
                  <a:lnTo>
                    <a:pt x="4952935" y="3746381"/>
                  </a:lnTo>
                  <a:cubicBezTo>
                    <a:pt x="4956103" y="3722138"/>
                    <a:pt x="4956848" y="3697895"/>
                    <a:pt x="4958896" y="3673652"/>
                  </a:cubicBezTo>
                  <a:cubicBezTo>
                    <a:pt x="4966160" y="3576682"/>
                    <a:pt x="4966346" y="3479712"/>
                    <a:pt x="4962249" y="3382920"/>
                  </a:cubicBezTo>
                  <a:lnTo>
                    <a:pt x="4957593" y="3310370"/>
                  </a:lnTo>
                  <a:cubicBezTo>
                    <a:pt x="4955544" y="3286128"/>
                    <a:pt x="4952750" y="3262063"/>
                    <a:pt x="4950515" y="3237998"/>
                  </a:cubicBezTo>
                  <a:cubicBezTo>
                    <a:pt x="4948466" y="3213755"/>
                    <a:pt x="4944555" y="3189870"/>
                    <a:pt x="4941761" y="3165805"/>
                  </a:cubicBezTo>
                  <a:cubicBezTo>
                    <a:pt x="4939154" y="3141741"/>
                    <a:pt x="4935055" y="3117855"/>
                    <a:pt x="4931145" y="3093968"/>
                  </a:cubicBezTo>
                  <a:cubicBezTo>
                    <a:pt x="4915313" y="2998246"/>
                    <a:pt x="4894639" y="2903237"/>
                    <a:pt x="4869122" y="2809296"/>
                  </a:cubicBezTo>
                  <a:cubicBezTo>
                    <a:pt x="4817156" y="2621416"/>
                    <a:pt x="4746939" y="2437813"/>
                    <a:pt x="4660144" y="2260271"/>
                  </a:cubicBezTo>
                  <a:cubicBezTo>
                    <a:pt x="4616561" y="2171501"/>
                    <a:pt x="4569251" y="2084156"/>
                    <a:pt x="4518404" y="1998593"/>
                  </a:cubicBezTo>
                  <a:cubicBezTo>
                    <a:pt x="4467931" y="1912853"/>
                    <a:pt x="4412986" y="1828894"/>
                    <a:pt x="4355246" y="1746720"/>
                  </a:cubicBezTo>
                  <a:cubicBezTo>
                    <a:pt x="4297694" y="1664544"/>
                    <a:pt x="4236043" y="1584507"/>
                    <a:pt x="4171971" y="1505719"/>
                  </a:cubicBezTo>
                  <a:cubicBezTo>
                    <a:pt x="4107528" y="1427287"/>
                    <a:pt x="4039918" y="1350994"/>
                    <a:pt x="3969141" y="1277017"/>
                  </a:cubicBezTo>
                  <a:cubicBezTo>
                    <a:pt x="3898364" y="1203221"/>
                    <a:pt x="3825167" y="1130849"/>
                    <a:pt x="3748056" y="1062043"/>
                  </a:cubicBezTo>
                  <a:cubicBezTo>
                    <a:pt x="3671133" y="993236"/>
                    <a:pt x="3591043" y="926925"/>
                    <a:pt x="3507974" y="864002"/>
                  </a:cubicBezTo>
                  <a:cubicBezTo>
                    <a:pt x="3424904" y="801078"/>
                    <a:pt x="3339042" y="741005"/>
                    <a:pt x="3250199" y="684854"/>
                  </a:cubicBezTo>
                  <a:cubicBezTo>
                    <a:pt x="3161168" y="629241"/>
                    <a:pt x="3069530" y="576655"/>
                    <a:pt x="2974728" y="529060"/>
                  </a:cubicBezTo>
                  <a:cubicBezTo>
                    <a:pt x="2880110" y="481288"/>
                    <a:pt x="2783072" y="437439"/>
                    <a:pt x="2683054" y="400004"/>
                  </a:cubicBezTo>
                  <a:cubicBezTo>
                    <a:pt x="2583408" y="361858"/>
                    <a:pt x="2481341" y="329058"/>
                    <a:pt x="2377410" y="302321"/>
                  </a:cubicBezTo>
                  <a:cubicBezTo>
                    <a:pt x="2169737" y="248667"/>
                    <a:pt x="1954240" y="218897"/>
                    <a:pt x="1738558" y="219075"/>
                  </a:cubicBezTo>
                  <a:cubicBezTo>
                    <a:pt x="1522503" y="219788"/>
                    <a:pt x="1306634" y="242605"/>
                    <a:pt x="1096353" y="287347"/>
                  </a:cubicBezTo>
                  <a:lnTo>
                    <a:pt x="1076608" y="291269"/>
                  </a:lnTo>
                  <a:lnTo>
                    <a:pt x="1057052" y="296081"/>
                  </a:lnTo>
                  <a:lnTo>
                    <a:pt x="1017940" y="305708"/>
                  </a:lnTo>
                  <a:lnTo>
                    <a:pt x="939899" y="325137"/>
                  </a:lnTo>
                  <a:cubicBezTo>
                    <a:pt x="913823" y="331019"/>
                    <a:pt x="888493" y="339755"/>
                    <a:pt x="862788" y="347418"/>
                  </a:cubicBezTo>
                  <a:lnTo>
                    <a:pt x="786052" y="370948"/>
                  </a:lnTo>
                  <a:cubicBezTo>
                    <a:pt x="760350" y="378258"/>
                    <a:pt x="735578" y="388418"/>
                    <a:pt x="710434" y="397152"/>
                  </a:cubicBezTo>
                  <a:lnTo>
                    <a:pt x="635372" y="424425"/>
                  </a:lnTo>
                  <a:cubicBezTo>
                    <a:pt x="610227" y="432981"/>
                    <a:pt x="586201" y="444390"/>
                    <a:pt x="561615" y="454551"/>
                  </a:cubicBezTo>
                  <a:lnTo>
                    <a:pt x="488419" y="485744"/>
                  </a:lnTo>
                  <a:cubicBezTo>
                    <a:pt x="391519" y="528927"/>
                    <a:pt x="297519" y="577078"/>
                    <a:pt x="206696" y="629655"/>
                  </a:cubicBezTo>
                  <a:lnTo>
                    <a:pt x="0" y="763803"/>
                  </a:lnTo>
                  <a:lnTo>
                    <a:pt x="0" y="418320"/>
                  </a:lnTo>
                  <a:lnTo>
                    <a:pt x="89677" y="370541"/>
                  </a:lnTo>
                  <a:cubicBezTo>
                    <a:pt x="585987" y="133552"/>
                    <a:pt x="1147340" y="0"/>
                    <a:pt x="1741724" y="0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pic>
        <p:nvPicPr>
          <p:cNvPr id="16" name="Picture 4" descr="Vista de gran angular de un papel enrollado, un cuaderno marrón y una libreta negra sobre una mesa de madera">
            <a:extLst>
              <a:ext uri="{FF2B5EF4-FFF2-40B4-BE49-F238E27FC236}">
                <a16:creationId xmlns:a16="http://schemas.microsoft.com/office/drawing/2014/main" id="{E5D1653C-2900-DCE1-EF23-C7E8440B1675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/>
          </a:blip>
          <a:srcRect r="30189" b="-4"/>
          <a:stretch>
            <a:fillRect/>
          </a:stretch>
        </p:blipFill>
        <p:spPr>
          <a:xfrm>
            <a:off x="4478149" y="4"/>
            <a:ext cx="3738779" cy="3574989"/>
          </a:xfrm>
          <a:custGeom>
            <a:avLst/>
            <a:gdLst/>
            <a:ahLst/>
            <a:cxnLst/>
            <a:rect l="l" t="t" r="r" b="b"/>
            <a:pathLst>
              <a:path w="5061985" h="3630170">
                <a:moveTo>
                  <a:pt x="253815" y="0"/>
                </a:moveTo>
                <a:lnTo>
                  <a:pt x="4808170" y="0"/>
                </a:lnTo>
                <a:lnTo>
                  <a:pt x="4863087" y="114001"/>
                </a:lnTo>
                <a:cubicBezTo>
                  <a:pt x="4991162" y="416805"/>
                  <a:pt x="5061985" y="749721"/>
                  <a:pt x="5061985" y="1099178"/>
                </a:cubicBezTo>
                <a:cubicBezTo>
                  <a:pt x="5061985" y="2497007"/>
                  <a:pt x="3928821" y="3630170"/>
                  <a:pt x="2530993" y="3630170"/>
                </a:cubicBezTo>
                <a:cubicBezTo>
                  <a:pt x="1133164" y="3630170"/>
                  <a:pt x="0" y="2497007"/>
                  <a:pt x="0" y="1099178"/>
                </a:cubicBezTo>
                <a:cubicBezTo>
                  <a:pt x="0" y="749721"/>
                  <a:pt x="70823" y="416805"/>
                  <a:pt x="198898" y="114001"/>
                </a:cubicBezTo>
                <a:close/>
              </a:path>
            </a:pathLst>
          </a:custGeom>
          <a:effectLst>
            <a:softEdge rad="0"/>
          </a:effectLst>
        </p:spPr>
      </p:pic>
      <p:grpSp>
        <p:nvGrpSpPr>
          <p:cNvPr id="1039" name="Group 1038">
            <a:extLst>
              <a:ext uri="{FF2B5EF4-FFF2-40B4-BE49-F238E27FC236}">
                <a16:creationId xmlns:a16="http://schemas.microsoft.com/office/drawing/2014/main" id="{2482B707-DAC7-4D8A-BA19-3771A51A6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04361" y="-1438"/>
            <a:ext cx="4274727" cy="3920553"/>
            <a:chOff x="5605815" y="-1438"/>
            <a:chExt cx="5699636" cy="3920553"/>
          </a:xfrm>
        </p:grpSpPr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ECB3F052-1839-4D87-A112-D7EF778840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80141" y="-1438"/>
              <a:ext cx="5174061" cy="3697191"/>
            </a:xfrm>
            <a:custGeom>
              <a:avLst/>
              <a:gdLst>
                <a:gd name="connsiteX0" fmla="*/ 264241 w 5174061"/>
                <a:gd name="connsiteY0" fmla="*/ 0 h 3697191"/>
                <a:gd name="connsiteX1" fmla="*/ 654940 w 5174061"/>
                <a:gd name="connsiteY1" fmla="*/ 0 h 3697191"/>
                <a:gd name="connsiteX2" fmla="*/ 634048 w 5174061"/>
                <a:gd name="connsiteY2" fmla="*/ 36881 h 3697191"/>
                <a:gd name="connsiteX3" fmla="*/ 542485 w 5174061"/>
                <a:gd name="connsiteY3" fmla="*/ 238736 h 3697191"/>
                <a:gd name="connsiteX4" fmla="*/ 416337 w 5174061"/>
                <a:gd name="connsiteY4" fmla="*/ 662204 h 3697191"/>
                <a:gd name="connsiteX5" fmla="*/ 382914 w 5174061"/>
                <a:gd name="connsiteY5" fmla="*/ 880245 h 3697191"/>
                <a:gd name="connsiteX6" fmla="*/ 367997 w 5174061"/>
                <a:gd name="connsiteY6" fmla="*/ 1099943 h 3697191"/>
                <a:gd name="connsiteX7" fmla="*/ 371311 w 5174061"/>
                <a:gd name="connsiteY7" fmla="*/ 1320102 h 3697191"/>
                <a:gd name="connsiteX8" fmla="*/ 392397 w 5174061"/>
                <a:gd name="connsiteY8" fmla="*/ 1539340 h 3697191"/>
                <a:gd name="connsiteX9" fmla="*/ 495433 w 5174061"/>
                <a:gd name="connsiteY9" fmla="*/ 1968700 h 3697191"/>
                <a:gd name="connsiteX10" fmla="*/ 680602 w 5174061"/>
                <a:gd name="connsiteY10" fmla="*/ 2372187 h 3697191"/>
                <a:gd name="connsiteX11" fmla="*/ 802053 w 5174061"/>
                <a:gd name="connsiteY11" fmla="*/ 2559474 h 3697191"/>
                <a:gd name="connsiteX12" fmla="*/ 869455 w 5174061"/>
                <a:gd name="connsiteY12" fmla="*/ 2648790 h 3697191"/>
                <a:gd name="connsiteX13" fmla="*/ 941644 w 5174061"/>
                <a:gd name="connsiteY13" fmla="*/ 2735343 h 3697191"/>
                <a:gd name="connsiteX14" fmla="*/ 1267324 w 5174061"/>
                <a:gd name="connsiteY14" fmla="*/ 3048041 h 3697191"/>
                <a:gd name="connsiteX15" fmla="*/ 1311706 w 5174061"/>
                <a:gd name="connsiteY15" fmla="*/ 3083214 h 3697191"/>
                <a:gd name="connsiteX16" fmla="*/ 1356916 w 5174061"/>
                <a:gd name="connsiteY16" fmla="*/ 3117467 h 3697191"/>
                <a:gd name="connsiteX17" fmla="*/ 1402771 w 5174061"/>
                <a:gd name="connsiteY17" fmla="*/ 3150892 h 3697191"/>
                <a:gd name="connsiteX18" fmla="*/ 1449454 w 5174061"/>
                <a:gd name="connsiteY18" fmla="*/ 3183212 h 3697191"/>
                <a:gd name="connsiteX19" fmla="*/ 1643463 w 5174061"/>
                <a:gd name="connsiteY19" fmla="*/ 3301716 h 3697191"/>
                <a:gd name="connsiteX20" fmla="*/ 2064352 w 5174061"/>
                <a:gd name="connsiteY20" fmla="*/ 3476665 h 3697191"/>
                <a:gd name="connsiteX21" fmla="*/ 2516088 w 5174061"/>
                <a:gd name="connsiteY21" fmla="*/ 3544618 h 3697191"/>
                <a:gd name="connsiteX22" fmla="*/ 2573268 w 5174061"/>
                <a:gd name="connsiteY22" fmla="*/ 3544986 h 3697191"/>
                <a:gd name="connsiteX23" fmla="*/ 2628607 w 5174061"/>
                <a:gd name="connsiteY23" fmla="*/ 3542868 h 3697191"/>
                <a:gd name="connsiteX24" fmla="*/ 2737811 w 5174061"/>
                <a:gd name="connsiteY24" fmla="*/ 3528781 h 3697191"/>
                <a:gd name="connsiteX25" fmla="*/ 2945356 w 5174061"/>
                <a:gd name="connsiteY25" fmla="*/ 3461379 h 3697191"/>
                <a:gd name="connsiteX26" fmla="*/ 3132366 w 5174061"/>
                <a:gd name="connsiteY26" fmla="*/ 3346834 h 3697191"/>
                <a:gd name="connsiteX27" fmla="*/ 3299304 w 5174061"/>
                <a:gd name="connsiteY27" fmla="*/ 3198588 h 3697191"/>
                <a:gd name="connsiteX28" fmla="*/ 3452982 w 5174061"/>
                <a:gd name="connsiteY28" fmla="*/ 3029625 h 3697191"/>
                <a:gd name="connsiteX29" fmla="*/ 3527474 w 5174061"/>
                <a:gd name="connsiteY29" fmla="*/ 2940494 h 3697191"/>
                <a:gd name="connsiteX30" fmla="*/ 3602148 w 5174061"/>
                <a:gd name="connsiteY30" fmla="*/ 2849797 h 3697191"/>
                <a:gd name="connsiteX31" fmla="*/ 3756380 w 5174061"/>
                <a:gd name="connsiteY31" fmla="*/ 2667021 h 3697191"/>
                <a:gd name="connsiteX32" fmla="*/ 3839435 w 5174061"/>
                <a:gd name="connsiteY32" fmla="*/ 2578074 h 3697191"/>
                <a:gd name="connsiteX33" fmla="*/ 3882619 w 5174061"/>
                <a:gd name="connsiteY33" fmla="*/ 2534428 h 3697191"/>
                <a:gd name="connsiteX34" fmla="*/ 3928934 w 5174061"/>
                <a:gd name="connsiteY34" fmla="*/ 2490139 h 3697191"/>
                <a:gd name="connsiteX35" fmla="*/ 4134085 w 5174061"/>
                <a:gd name="connsiteY35" fmla="*/ 2332041 h 3697191"/>
                <a:gd name="connsiteX36" fmla="*/ 4354888 w 5174061"/>
                <a:gd name="connsiteY36" fmla="*/ 2211603 h 3697191"/>
                <a:gd name="connsiteX37" fmla="*/ 4459212 w 5174061"/>
                <a:gd name="connsiteY37" fmla="*/ 2160131 h 3697191"/>
                <a:gd name="connsiteX38" fmla="*/ 4551935 w 5174061"/>
                <a:gd name="connsiteY38" fmla="*/ 2106817 h 3697191"/>
                <a:gd name="connsiteX39" fmla="*/ 4693090 w 5174061"/>
                <a:gd name="connsiteY39" fmla="*/ 1969437 h 3697191"/>
                <a:gd name="connsiteX40" fmla="*/ 4782498 w 5174061"/>
                <a:gd name="connsiteY40" fmla="*/ 1781137 h 3697191"/>
                <a:gd name="connsiteX41" fmla="*/ 4826512 w 5174061"/>
                <a:gd name="connsiteY41" fmla="*/ 1564478 h 3697191"/>
                <a:gd name="connsiteX42" fmla="*/ 4834247 w 5174061"/>
                <a:gd name="connsiteY42" fmla="*/ 1343582 h 3697191"/>
                <a:gd name="connsiteX43" fmla="*/ 4819882 w 5174061"/>
                <a:gd name="connsiteY43" fmla="*/ 1125541 h 3697191"/>
                <a:gd name="connsiteX44" fmla="*/ 4786918 w 5174061"/>
                <a:gd name="connsiteY44" fmla="*/ 910907 h 3697191"/>
                <a:gd name="connsiteX45" fmla="*/ 4735354 w 5174061"/>
                <a:gd name="connsiteY45" fmla="*/ 700048 h 3697191"/>
                <a:gd name="connsiteX46" fmla="*/ 4595028 w 5174061"/>
                <a:gd name="connsiteY46" fmla="*/ 285972 h 3697191"/>
                <a:gd name="connsiteX47" fmla="*/ 4499577 w 5174061"/>
                <a:gd name="connsiteY47" fmla="*/ 86313 h 3697191"/>
                <a:gd name="connsiteX48" fmla="*/ 4449808 w 5174061"/>
                <a:gd name="connsiteY48" fmla="*/ 0 h 3697191"/>
                <a:gd name="connsiteX49" fmla="*/ 4876728 w 5174061"/>
                <a:gd name="connsiteY49" fmla="*/ 0 h 3697191"/>
                <a:gd name="connsiteX50" fmla="*/ 4945109 w 5174061"/>
                <a:gd name="connsiteY50" fmla="*/ 122534 h 3697191"/>
                <a:gd name="connsiteX51" fmla="*/ 5047868 w 5174061"/>
                <a:gd name="connsiteY51" fmla="*/ 356228 h 3697191"/>
                <a:gd name="connsiteX52" fmla="*/ 5070058 w 5174061"/>
                <a:gd name="connsiteY52" fmla="*/ 416355 h 3697191"/>
                <a:gd name="connsiteX53" fmla="*/ 5090408 w 5174061"/>
                <a:gd name="connsiteY53" fmla="*/ 477311 h 3697191"/>
                <a:gd name="connsiteX54" fmla="*/ 5108455 w 5174061"/>
                <a:gd name="connsiteY54" fmla="*/ 539096 h 3697191"/>
                <a:gd name="connsiteX55" fmla="*/ 5124292 w 5174061"/>
                <a:gd name="connsiteY55" fmla="*/ 601524 h 3697191"/>
                <a:gd name="connsiteX56" fmla="*/ 5173278 w 5174061"/>
                <a:gd name="connsiteY56" fmla="*/ 1114583 h 3697191"/>
                <a:gd name="connsiteX57" fmla="*/ 5145931 w 5174061"/>
                <a:gd name="connsiteY57" fmla="*/ 1371021 h 3697191"/>
                <a:gd name="connsiteX58" fmla="*/ 5082213 w 5174061"/>
                <a:gd name="connsiteY58" fmla="*/ 1619356 h 3697191"/>
                <a:gd name="connsiteX59" fmla="*/ 4997316 w 5174061"/>
                <a:gd name="connsiteY59" fmla="*/ 1859404 h 3697191"/>
                <a:gd name="connsiteX60" fmla="*/ 4943912 w 5174061"/>
                <a:gd name="connsiteY60" fmla="*/ 1978737 h 3697191"/>
                <a:gd name="connsiteX61" fmla="*/ 4875222 w 5174061"/>
                <a:gd name="connsiteY61" fmla="*/ 2094940 h 3697191"/>
                <a:gd name="connsiteX62" fmla="*/ 4787286 w 5174061"/>
                <a:gd name="connsiteY62" fmla="*/ 2202210 h 3697191"/>
                <a:gd name="connsiteX63" fmla="*/ 4736644 w 5174061"/>
                <a:gd name="connsiteY63" fmla="*/ 2249815 h 3697191"/>
                <a:gd name="connsiteX64" fmla="*/ 4683238 w 5174061"/>
                <a:gd name="connsiteY64" fmla="*/ 2292447 h 3697191"/>
                <a:gd name="connsiteX65" fmla="*/ 4470262 w 5174061"/>
                <a:gd name="connsiteY65" fmla="*/ 2426789 h 3697191"/>
                <a:gd name="connsiteX66" fmla="*/ 4283066 w 5174061"/>
                <a:gd name="connsiteY66" fmla="*/ 2549069 h 3697191"/>
                <a:gd name="connsiteX67" fmla="*/ 4199183 w 5174061"/>
                <a:gd name="connsiteY67" fmla="*/ 2616930 h 3697191"/>
                <a:gd name="connsiteX68" fmla="*/ 4120364 w 5174061"/>
                <a:gd name="connsiteY68" fmla="*/ 2690501 h 3697191"/>
                <a:gd name="connsiteX69" fmla="*/ 4082336 w 5174061"/>
                <a:gd name="connsiteY69" fmla="*/ 2729819 h 3697191"/>
                <a:gd name="connsiteX70" fmla="*/ 4043203 w 5174061"/>
                <a:gd name="connsiteY70" fmla="*/ 2771715 h 3697191"/>
                <a:gd name="connsiteX71" fmla="*/ 3964753 w 5174061"/>
                <a:gd name="connsiteY71" fmla="*/ 2856794 h 3697191"/>
                <a:gd name="connsiteX72" fmla="*/ 3802510 w 5174061"/>
                <a:gd name="connsiteY72" fmla="*/ 3028152 h 3697191"/>
                <a:gd name="connsiteX73" fmla="*/ 3718628 w 5174061"/>
                <a:gd name="connsiteY73" fmla="*/ 3114245 h 3697191"/>
                <a:gd name="connsiteX74" fmla="*/ 3631890 w 5174061"/>
                <a:gd name="connsiteY74" fmla="*/ 3199417 h 3697191"/>
                <a:gd name="connsiteX75" fmla="*/ 3446812 w 5174061"/>
                <a:gd name="connsiteY75" fmla="*/ 3363224 h 3697191"/>
                <a:gd name="connsiteX76" fmla="*/ 3240927 w 5174061"/>
                <a:gd name="connsiteY76" fmla="*/ 3508616 h 3697191"/>
                <a:gd name="connsiteX77" fmla="*/ 3011284 w 5174061"/>
                <a:gd name="connsiteY77" fmla="*/ 3620399 h 3697191"/>
                <a:gd name="connsiteX78" fmla="*/ 2763501 w 5174061"/>
                <a:gd name="connsiteY78" fmla="*/ 3684208 h 3697191"/>
                <a:gd name="connsiteX79" fmla="*/ 2636710 w 5174061"/>
                <a:gd name="connsiteY79" fmla="*/ 3695994 h 3697191"/>
                <a:gd name="connsiteX80" fmla="*/ 2605035 w 5174061"/>
                <a:gd name="connsiteY80" fmla="*/ 3697008 h 3697191"/>
                <a:gd name="connsiteX81" fmla="*/ 2573360 w 5174061"/>
                <a:gd name="connsiteY81" fmla="*/ 3697191 h 3697191"/>
                <a:gd name="connsiteX82" fmla="*/ 2511852 w 5174061"/>
                <a:gd name="connsiteY82" fmla="*/ 3695810 h 3697191"/>
                <a:gd name="connsiteX83" fmla="*/ 1554976 w 5174061"/>
                <a:gd name="connsiteY83" fmla="*/ 3483386 h 3697191"/>
                <a:gd name="connsiteX84" fmla="*/ 1332515 w 5174061"/>
                <a:gd name="connsiteY84" fmla="*/ 3373997 h 3697191"/>
                <a:gd name="connsiteX85" fmla="*/ 1121840 w 5174061"/>
                <a:gd name="connsiteY85" fmla="*/ 3242233 h 3697191"/>
                <a:gd name="connsiteX86" fmla="*/ 742662 w 5174061"/>
                <a:gd name="connsiteY86" fmla="*/ 2920052 h 3697191"/>
                <a:gd name="connsiteX87" fmla="*/ 426282 w 5174061"/>
                <a:gd name="connsiteY87" fmla="*/ 2530745 h 3697191"/>
                <a:gd name="connsiteX88" fmla="*/ 190562 w 5174061"/>
                <a:gd name="connsiteY88" fmla="*/ 2084350 h 3697191"/>
                <a:gd name="connsiteX89" fmla="*/ 45078 w 5174061"/>
                <a:gd name="connsiteY89" fmla="*/ 1598454 h 3697191"/>
                <a:gd name="connsiteX90" fmla="*/ 9077 w 5174061"/>
                <a:gd name="connsiteY90" fmla="*/ 1346437 h 3697191"/>
                <a:gd name="connsiteX91" fmla="*/ 513 w 5174061"/>
                <a:gd name="connsiteY91" fmla="*/ 1091933 h 3697191"/>
                <a:gd name="connsiteX92" fmla="*/ 18468 w 5174061"/>
                <a:gd name="connsiteY92" fmla="*/ 838073 h 3697191"/>
                <a:gd name="connsiteX93" fmla="*/ 61652 w 5174061"/>
                <a:gd name="connsiteY93" fmla="*/ 587528 h 3697191"/>
                <a:gd name="connsiteX94" fmla="*/ 214870 w 5174061"/>
                <a:gd name="connsiteY94" fmla="*/ 104487 h 3697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</a:cxnLst>
              <a:rect l="l" t="t" r="r" b="b"/>
              <a:pathLst>
                <a:path w="5174061" h="3697191">
                  <a:moveTo>
                    <a:pt x="264241" y="0"/>
                  </a:moveTo>
                  <a:lnTo>
                    <a:pt x="654940" y="0"/>
                  </a:lnTo>
                  <a:lnTo>
                    <a:pt x="634048" y="36881"/>
                  </a:lnTo>
                  <a:cubicBezTo>
                    <a:pt x="600517" y="102783"/>
                    <a:pt x="569947" y="170161"/>
                    <a:pt x="542485" y="238736"/>
                  </a:cubicBezTo>
                  <a:cubicBezTo>
                    <a:pt x="487515" y="375840"/>
                    <a:pt x="445066" y="517825"/>
                    <a:pt x="416337" y="662204"/>
                  </a:cubicBezTo>
                  <a:cubicBezTo>
                    <a:pt x="402066" y="734393"/>
                    <a:pt x="391017" y="807227"/>
                    <a:pt x="382914" y="880245"/>
                  </a:cubicBezTo>
                  <a:cubicBezTo>
                    <a:pt x="375086" y="953263"/>
                    <a:pt x="370115" y="1026650"/>
                    <a:pt x="367997" y="1099943"/>
                  </a:cubicBezTo>
                  <a:cubicBezTo>
                    <a:pt x="366155" y="1173330"/>
                    <a:pt x="366708" y="1246808"/>
                    <a:pt x="371311" y="1320102"/>
                  </a:cubicBezTo>
                  <a:cubicBezTo>
                    <a:pt x="374995" y="1393396"/>
                    <a:pt x="382453" y="1466507"/>
                    <a:pt x="392397" y="1539340"/>
                  </a:cubicBezTo>
                  <a:cubicBezTo>
                    <a:pt x="412839" y="1684916"/>
                    <a:pt x="446907" y="1829018"/>
                    <a:pt x="495433" y="1968700"/>
                  </a:cubicBezTo>
                  <a:cubicBezTo>
                    <a:pt x="543866" y="2108291"/>
                    <a:pt x="605743" y="2243830"/>
                    <a:pt x="680602" y="2372187"/>
                  </a:cubicBezTo>
                  <a:cubicBezTo>
                    <a:pt x="718170" y="2436274"/>
                    <a:pt x="758593" y="2498979"/>
                    <a:pt x="802053" y="2559474"/>
                  </a:cubicBezTo>
                  <a:cubicBezTo>
                    <a:pt x="823691" y="2589860"/>
                    <a:pt x="846343" y="2619509"/>
                    <a:pt x="869455" y="2648790"/>
                  </a:cubicBezTo>
                  <a:cubicBezTo>
                    <a:pt x="892934" y="2677978"/>
                    <a:pt x="916874" y="2706983"/>
                    <a:pt x="941644" y="2735343"/>
                  </a:cubicBezTo>
                  <a:cubicBezTo>
                    <a:pt x="1040443" y="2848784"/>
                    <a:pt x="1149740" y="2953385"/>
                    <a:pt x="1267324" y="3048041"/>
                  </a:cubicBezTo>
                  <a:cubicBezTo>
                    <a:pt x="1282240" y="3059642"/>
                    <a:pt x="1296697" y="3071797"/>
                    <a:pt x="1311706" y="3083214"/>
                  </a:cubicBezTo>
                  <a:lnTo>
                    <a:pt x="1356916" y="3117467"/>
                  </a:lnTo>
                  <a:lnTo>
                    <a:pt x="1402771" y="3150892"/>
                  </a:lnTo>
                  <a:lnTo>
                    <a:pt x="1449454" y="3183212"/>
                  </a:lnTo>
                  <a:cubicBezTo>
                    <a:pt x="1512252" y="3225383"/>
                    <a:pt x="1576798" y="3265252"/>
                    <a:pt x="1643463" y="3301716"/>
                  </a:cubicBezTo>
                  <a:cubicBezTo>
                    <a:pt x="1776608" y="3374549"/>
                    <a:pt x="1917396" y="3435137"/>
                    <a:pt x="2064352" y="3476665"/>
                  </a:cubicBezTo>
                  <a:cubicBezTo>
                    <a:pt x="2211217" y="3518100"/>
                    <a:pt x="2363422" y="3541120"/>
                    <a:pt x="2516088" y="3544618"/>
                  </a:cubicBezTo>
                  <a:lnTo>
                    <a:pt x="2573268" y="3544986"/>
                  </a:lnTo>
                  <a:cubicBezTo>
                    <a:pt x="2591776" y="3544710"/>
                    <a:pt x="2610191" y="3544158"/>
                    <a:pt x="2628607" y="3542868"/>
                  </a:cubicBezTo>
                  <a:cubicBezTo>
                    <a:pt x="2665346" y="3540198"/>
                    <a:pt x="2701901" y="3535779"/>
                    <a:pt x="2737811" y="3528781"/>
                  </a:cubicBezTo>
                  <a:cubicBezTo>
                    <a:pt x="2809725" y="3515061"/>
                    <a:pt x="2879428" y="3492318"/>
                    <a:pt x="2945356" y="3461379"/>
                  </a:cubicBezTo>
                  <a:cubicBezTo>
                    <a:pt x="3011467" y="3430718"/>
                    <a:pt x="3073620" y="3391400"/>
                    <a:pt x="3132366" y="3346834"/>
                  </a:cubicBezTo>
                  <a:cubicBezTo>
                    <a:pt x="3191204" y="3302453"/>
                    <a:pt x="3246359" y="3252086"/>
                    <a:pt x="3299304" y="3198588"/>
                  </a:cubicBezTo>
                  <a:cubicBezTo>
                    <a:pt x="3352341" y="3145091"/>
                    <a:pt x="3402800" y="3088002"/>
                    <a:pt x="3452982" y="3029625"/>
                  </a:cubicBezTo>
                  <a:cubicBezTo>
                    <a:pt x="3478027" y="3000344"/>
                    <a:pt x="3502704" y="2970603"/>
                    <a:pt x="3527474" y="2940494"/>
                  </a:cubicBezTo>
                  <a:lnTo>
                    <a:pt x="3602148" y="2849797"/>
                  </a:lnTo>
                  <a:cubicBezTo>
                    <a:pt x="3652332" y="2789025"/>
                    <a:pt x="3702514" y="2727056"/>
                    <a:pt x="3756380" y="2667021"/>
                  </a:cubicBezTo>
                  <a:cubicBezTo>
                    <a:pt x="3783358" y="2637004"/>
                    <a:pt x="3810982" y="2607354"/>
                    <a:pt x="3839435" y="2578074"/>
                  </a:cubicBezTo>
                  <a:lnTo>
                    <a:pt x="3882619" y="2534428"/>
                  </a:lnTo>
                  <a:cubicBezTo>
                    <a:pt x="3897167" y="2519972"/>
                    <a:pt x="3913189" y="2504595"/>
                    <a:pt x="3928934" y="2490139"/>
                  </a:cubicBezTo>
                  <a:cubicBezTo>
                    <a:pt x="3992100" y="2431485"/>
                    <a:pt x="4061527" y="2378448"/>
                    <a:pt x="4134085" y="2332041"/>
                  </a:cubicBezTo>
                  <a:cubicBezTo>
                    <a:pt x="4206550" y="2285449"/>
                    <a:pt x="4282606" y="2246684"/>
                    <a:pt x="4354888" y="2211603"/>
                  </a:cubicBezTo>
                  <a:cubicBezTo>
                    <a:pt x="4390982" y="2194108"/>
                    <a:pt x="4426156" y="2177350"/>
                    <a:pt x="4459212" y="2160131"/>
                  </a:cubicBezTo>
                  <a:cubicBezTo>
                    <a:pt x="4492360" y="2143097"/>
                    <a:pt x="4523574" y="2125878"/>
                    <a:pt x="4551935" y="2106817"/>
                  </a:cubicBezTo>
                  <a:cubicBezTo>
                    <a:pt x="4609023" y="2069250"/>
                    <a:pt x="4655246" y="2024592"/>
                    <a:pt x="4693090" y="1969437"/>
                  </a:cubicBezTo>
                  <a:cubicBezTo>
                    <a:pt x="4730658" y="1914375"/>
                    <a:pt x="4760308" y="1850104"/>
                    <a:pt x="4782498" y="1781137"/>
                  </a:cubicBezTo>
                  <a:cubicBezTo>
                    <a:pt x="4804506" y="1712263"/>
                    <a:pt x="4818593" y="1637956"/>
                    <a:pt x="4826512" y="1564478"/>
                  </a:cubicBezTo>
                  <a:cubicBezTo>
                    <a:pt x="4834154" y="1490722"/>
                    <a:pt x="4835812" y="1416784"/>
                    <a:pt x="4834247" y="1343582"/>
                  </a:cubicBezTo>
                  <a:cubicBezTo>
                    <a:pt x="4831944" y="1270288"/>
                    <a:pt x="4826972" y="1197638"/>
                    <a:pt x="4819882" y="1125541"/>
                  </a:cubicBezTo>
                  <a:cubicBezTo>
                    <a:pt x="4812792" y="1053444"/>
                    <a:pt x="4802019" y="981714"/>
                    <a:pt x="4786918" y="910907"/>
                  </a:cubicBezTo>
                  <a:cubicBezTo>
                    <a:pt x="4772001" y="840007"/>
                    <a:pt x="4754230" y="769935"/>
                    <a:pt x="4735354" y="700048"/>
                  </a:cubicBezTo>
                  <a:cubicBezTo>
                    <a:pt x="4697603" y="560365"/>
                    <a:pt x="4653220" y="421051"/>
                    <a:pt x="4595028" y="285972"/>
                  </a:cubicBezTo>
                  <a:cubicBezTo>
                    <a:pt x="4565931" y="218433"/>
                    <a:pt x="4534072" y="151815"/>
                    <a:pt x="4499577" y="86313"/>
                  </a:cubicBezTo>
                  <a:lnTo>
                    <a:pt x="4449808" y="0"/>
                  </a:lnTo>
                  <a:lnTo>
                    <a:pt x="4876728" y="0"/>
                  </a:lnTo>
                  <a:lnTo>
                    <a:pt x="4945109" y="122534"/>
                  </a:lnTo>
                  <a:cubicBezTo>
                    <a:pt x="4982860" y="198498"/>
                    <a:pt x="5017022" y="276581"/>
                    <a:pt x="5047868" y="356228"/>
                  </a:cubicBezTo>
                  <a:cubicBezTo>
                    <a:pt x="5055418" y="376209"/>
                    <a:pt x="5063244" y="396097"/>
                    <a:pt x="5070058" y="416355"/>
                  </a:cubicBezTo>
                  <a:lnTo>
                    <a:pt x="5090408" y="477311"/>
                  </a:lnTo>
                  <a:lnTo>
                    <a:pt x="5108455" y="539096"/>
                  </a:lnTo>
                  <a:cubicBezTo>
                    <a:pt x="5114348" y="559721"/>
                    <a:pt x="5119136" y="580715"/>
                    <a:pt x="5124292" y="601524"/>
                  </a:cubicBezTo>
                  <a:cubicBezTo>
                    <a:pt x="5163702" y="768923"/>
                    <a:pt x="5177698" y="942490"/>
                    <a:pt x="5173278" y="1114583"/>
                  </a:cubicBezTo>
                  <a:cubicBezTo>
                    <a:pt x="5170976" y="1200677"/>
                    <a:pt x="5161860" y="1286585"/>
                    <a:pt x="5145931" y="1371021"/>
                  </a:cubicBezTo>
                  <a:cubicBezTo>
                    <a:pt x="5129909" y="1455457"/>
                    <a:pt x="5107718" y="1538328"/>
                    <a:pt x="5082213" y="1619356"/>
                  </a:cubicBezTo>
                  <a:cubicBezTo>
                    <a:pt x="5056800" y="1700569"/>
                    <a:pt x="5029544" y="1779572"/>
                    <a:pt x="4997316" y="1859404"/>
                  </a:cubicBezTo>
                  <a:cubicBezTo>
                    <a:pt x="4981204" y="1899274"/>
                    <a:pt x="4963708" y="1939143"/>
                    <a:pt x="4943912" y="1978737"/>
                  </a:cubicBezTo>
                  <a:cubicBezTo>
                    <a:pt x="4923746" y="2018146"/>
                    <a:pt x="4901464" y="2057372"/>
                    <a:pt x="4875222" y="2094940"/>
                  </a:cubicBezTo>
                  <a:cubicBezTo>
                    <a:pt x="4849348" y="2132691"/>
                    <a:pt x="4819790" y="2168879"/>
                    <a:pt x="4787286" y="2202210"/>
                  </a:cubicBezTo>
                  <a:cubicBezTo>
                    <a:pt x="4770989" y="2218785"/>
                    <a:pt x="4754046" y="2234714"/>
                    <a:pt x="4736644" y="2249815"/>
                  </a:cubicBezTo>
                  <a:cubicBezTo>
                    <a:pt x="4719240" y="2264824"/>
                    <a:pt x="4701285" y="2278912"/>
                    <a:pt x="4683238" y="2292447"/>
                  </a:cubicBezTo>
                  <a:cubicBezTo>
                    <a:pt x="4610681" y="2346405"/>
                    <a:pt x="4537202" y="2386828"/>
                    <a:pt x="4470262" y="2426789"/>
                  </a:cubicBezTo>
                  <a:cubicBezTo>
                    <a:pt x="4402953" y="2466382"/>
                    <a:pt x="4340892" y="2505700"/>
                    <a:pt x="4283066" y="2549069"/>
                  </a:cubicBezTo>
                  <a:cubicBezTo>
                    <a:pt x="4253970" y="2570523"/>
                    <a:pt x="4226163" y="2593267"/>
                    <a:pt x="4199183" y="2616930"/>
                  </a:cubicBezTo>
                  <a:cubicBezTo>
                    <a:pt x="4172021" y="2640319"/>
                    <a:pt x="4145871" y="2665087"/>
                    <a:pt x="4120364" y="2690501"/>
                  </a:cubicBezTo>
                  <a:cubicBezTo>
                    <a:pt x="4107474" y="2703392"/>
                    <a:pt x="4095412" y="2716006"/>
                    <a:pt x="4082336" y="2729819"/>
                  </a:cubicBezTo>
                  <a:lnTo>
                    <a:pt x="4043203" y="2771715"/>
                  </a:lnTo>
                  <a:lnTo>
                    <a:pt x="3964753" y="2856794"/>
                  </a:lnTo>
                  <a:cubicBezTo>
                    <a:pt x="3911992" y="2913790"/>
                    <a:pt x="3857574" y="2970603"/>
                    <a:pt x="3802510" y="3028152"/>
                  </a:cubicBezTo>
                  <a:cubicBezTo>
                    <a:pt x="3774980" y="3056880"/>
                    <a:pt x="3746896" y="3085517"/>
                    <a:pt x="3718628" y="3114245"/>
                  </a:cubicBezTo>
                  <a:cubicBezTo>
                    <a:pt x="3690175" y="3142789"/>
                    <a:pt x="3661263" y="3171149"/>
                    <a:pt x="3631890" y="3199417"/>
                  </a:cubicBezTo>
                  <a:cubicBezTo>
                    <a:pt x="3573236" y="3255954"/>
                    <a:pt x="3511636" y="3310924"/>
                    <a:pt x="3446812" y="3363224"/>
                  </a:cubicBezTo>
                  <a:cubicBezTo>
                    <a:pt x="3382082" y="3415524"/>
                    <a:pt x="3313484" y="3464694"/>
                    <a:pt x="3240927" y="3508616"/>
                  </a:cubicBezTo>
                  <a:cubicBezTo>
                    <a:pt x="3168369" y="3552444"/>
                    <a:pt x="3091484" y="3590565"/>
                    <a:pt x="3011284" y="3620399"/>
                  </a:cubicBezTo>
                  <a:cubicBezTo>
                    <a:pt x="2931083" y="3650324"/>
                    <a:pt x="2847753" y="3671870"/>
                    <a:pt x="2763501" y="3684208"/>
                  </a:cubicBezTo>
                  <a:cubicBezTo>
                    <a:pt x="2721330" y="3690193"/>
                    <a:pt x="2679066" y="3694429"/>
                    <a:pt x="2636710" y="3695994"/>
                  </a:cubicBezTo>
                  <a:lnTo>
                    <a:pt x="2605035" y="3697008"/>
                  </a:lnTo>
                  <a:lnTo>
                    <a:pt x="2573360" y="3697191"/>
                  </a:lnTo>
                  <a:lnTo>
                    <a:pt x="2511852" y="3695810"/>
                  </a:lnTo>
                  <a:cubicBezTo>
                    <a:pt x="2184330" y="3685037"/>
                    <a:pt x="1858557" y="3613861"/>
                    <a:pt x="1554976" y="3483386"/>
                  </a:cubicBezTo>
                  <a:cubicBezTo>
                    <a:pt x="1479195" y="3450606"/>
                    <a:pt x="1404704" y="3414327"/>
                    <a:pt x="1332515" y="3373997"/>
                  </a:cubicBezTo>
                  <a:cubicBezTo>
                    <a:pt x="1260050" y="3333943"/>
                    <a:pt x="1189794" y="3289838"/>
                    <a:pt x="1121840" y="3242233"/>
                  </a:cubicBezTo>
                  <a:cubicBezTo>
                    <a:pt x="986117" y="3147025"/>
                    <a:pt x="859417" y="3038557"/>
                    <a:pt x="742662" y="2920052"/>
                  </a:cubicBezTo>
                  <a:cubicBezTo>
                    <a:pt x="626000" y="2801823"/>
                    <a:pt x="518821" y="2670797"/>
                    <a:pt x="426282" y="2530745"/>
                  </a:cubicBezTo>
                  <a:cubicBezTo>
                    <a:pt x="333652" y="2390418"/>
                    <a:pt x="254741" y="2240700"/>
                    <a:pt x="190562" y="2084350"/>
                  </a:cubicBezTo>
                  <a:cubicBezTo>
                    <a:pt x="126292" y="1928094"/>
                    <a:pt x="77858" y="1764932"/>
                    <a:pt x="45078" y="1598454"/>
                  </a:cubicBezTo>
                  <a:cubicBezTo>
                    <a:pt x="28504" y="1515216"/>
                    <a:pt x="16903" y="1430964"/>
                    <a:pt x="9077" y="1346437"/>
                  </a:cubicBezTo>
                  <a:cubicBezTo>
                    <a:pt x="2262" y="1261817"/>
                    <a:pt x="-1421" y="1176828"/>
                    <a:pt x="513" y="1091933"/>
                  </a:cubicBezTo>
                  <a:cubicBezTo>
                    <a:pt x="1986" y="1007036"/>
                    <a:pt x="8063" y="922232"/>
                    <a:pt x="18468" y="838073"/>
                  </a:cubicBezTo>
                  <a:cubicBezTo>
                    <a:pt x="28689" y="753822"/>
                    <a:pt x="43237" y="670215"/>
                    <a:pt x="61652" y="587528"/>
                  </a:cubicBezTo>
                  <a:cubicBezTo>
                    <a:pt x="98300" y="422156"/>
                    <a:pt x="149679" y="260283"/>
                    <a:pt x="214870" y="104487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B6160BCB-9856-41AA-A8B4-C000F9D31D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762601 w 5207741"/>
                <a:gd name="connsiteY1" fmla="*/ 0 h 3738815"/>
                <a:gd name="connsiteX2" fmla="*/ 717282 w 5207741"/>
                <a:gd name="connsiteY2" fmla="*/ 76130 h 3738815"/>
                <a:gd name="connsiteX3" fmla="*/ 628158 w 5207741"/>
                <a:gd name="connsiteY3" fmla="*/ 264800 h 3738815"/>
                <a:gd name="connsiteX4" fmla="*/ 460483 w 5207741"/>
                <a:gd name="connsiteY4" fmla="*/ 1110997 h 3738815"/>
                <a:gd name="connsiteX5" fmla="*/ 599705 w 5207741"/>
                <a:gd name="connsiteY5" fmla="*/ 1885190 h 3738815"/>
                <a:gd name="connsiteX6" fmla="*/ 982566 w 5207741"/>
                <a:gd name="connsiteY6" fmla="*/ 2534986 h 3738815"/>
                <a:gd name="connsiteX7" fmla="*/ 1690186 w 5207741"/>
                <a:gd name="connsiteY7" fmla="*/ 3078339 h 3738815"/>
                <a:gd name="connsiteX8" fmla="*/ 2582147 w 5207741"/>
                <a:gd name="connsiteY8" fmla="*/ 3278517 h 3738815"/>
                <a:gd name="connsiteX9" fmla="*/ 3046773 w 5207741"/>
                <a:gd name="connsiteY9" fmla="*/ 3124195 h 3738815"/>
                <a:gd name="connsiteX10" fmla="*/ 3534327 w 5207741"/>
                <a:gd name="connsiteY10" fmla="*/ 2653491 h 3738815"/>
                <a:gd name="connsiteX11" fmla="*/ 3788371 w 5207741"/>
                <a:gd name="connsiteY11" fmla="*/ 2381860 h 3738815"/>
                <a:gd name="connsiteX12" fmla="*/ 4381538 w 5207741"/>
                <a:gd name="connsiteY12" fmla="*/ 1954710 h 3738815"/>
                <a:gd name="connsiteX13" fmla="*/ 4572876 w 5207741"/>
                <a:gd name="connsiteY13" fmla="*/ 1832613 h 3738815"/>
                <a:gd name="connsiteX14" fmla="*/ 4687698 w 5207741"/>
                <a:gd name="connsiteY14" fmla="*/ 1584555 h 3738815"/>
                <a:gd name="connsiteX15" fmla="*/ 4694328 w 5207741"/>
                <a:gd name="connsiteY15" fmla="*/ 722704 h 3738815"/>
                <a:gd name="connsiteX16" fmla="*/ 4427822 w 5207741"/>
                <a:gd name="connsiteY16" fmla="*/ 101669 h 3738815"/>
                <a:gd name="connsiteX17" fmla="*/ 4357980 w 5207741"/>
                <a:gd name="connsiteY17" fmla="*/ 0 h 3738815"/>
                <a:gd name="connsiteX18" fmla="*/ 4900539 w 5207741"/>
                <a:gd name="connsiteY18" fmla="*/ 0 h 3738815"/>
                <a:gd name="connsiteX19" fmla="*/ 5023799 w 5207741"/>
                <a:gd name="connsiteY19" fmla="*/ 256448 h 3738815"/>
                <a:gd name="connsiteX20" fmla="*/ 5131054 w 5207741"/>
                <a:gd name="connsiteY20" fmla="*/ 1708493 h 3738815"/>
                <a:gd name="connsiteX21" fmla="*/ 4116721 w 5207741"/>
                <a:gd name="connsiteY21" fmla="*/ 2704502 h 3738815"/>
                <a:gd name="connsiteX22" fmla="*/ 2582056 w 5207741"/>
                <a:gd name="connsiteY22" fmla="*/ 3738815 h 3738815"/>
                <a:gd name="connsiteX23" fmla="*/ 632301 w 5207741"/>
                <a:gd name="connsiteY23" fmla="*/ 2833780 h 3738815"/>
                <a:gd name="connsiteX24" fmla="*/ 0 w 5207741"/>
                <a:gd name="connsiteY24" fmla="*/ 1110906 h 3738815"/>
                <a:gd name="connsiteX25" fmla="*/ 202913 w 5207741"/>
                <a:gd name="connsiteY25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762601" y="0"/>
                  </a:lnTo>
                  <a:lnTo>
                    <a:pt x="717282" y="76130"/>
                  </a:lnTo>
                  <a:cubicBezTo>
                    <a:pt x="684728" y="137306"/>
                    <a:pt x="654998" y="200230"/>
                    <a:pt x="628158" y="264800"/>
                  </a:cubicBezTo>
                  <a:cubicBezTo>
                    <a:pt x="516927" y="532471"/>
                    <a:pt x="460483" y="817176"/>
                    <a:pt x="460483" y="1110997"/>
                  </a:cubicBezTo>
                  <a:cubicBezTo>
                    <a:pt x="460483" y="1378024"/>
                    <a:pt x="507351" y="1638514"/>
                    <a:pt x="599705" y="1885190"/>
                  </a:cubicBezTo>
                  <a:cubicBezTo>
                    <a:pt x="688836" y="2123213"/>
                    <a:pt x="817654" y="2341899"/>
                    <a:pt x="982566" y="2534986"/>
                  </a:cubicBezTo>
                  <a:cubicBezTo>
                    <a:pt x="1177587" y="2763432"/>
                    <a:pt x="1422331" y="2951271"/>
                    <a:pt x="1690186" y="3078339"/>
                  </a:cubicBezTo>
                  <a:cubicBezTo>
                    <a:pt x="1970289" y="3211208"/>
                    <a:pt x="2270370" y="3278517"/>
                    <a:pt x="2582147" y="3278517"/>
                  </a:cubicBezTo>
                  <a:cubicBezTo>
                    <a:pt x="2751940" y="3278517"/>
                    <a:pt x="2895213" y="3230912"/>
                    <a:pt x="3046773" y="3124195"/>
                  </a:cubicBezTo>
                  <a:cubicBezTo>
                    <a:pt x="3210120" y="3009188"/>
                    <a:pt x="3367573" y="2836358"/>
                    <a:pt x="3534327" y="2653491"/>
                  </a:cubicBezTo>
                  <a:cubicBezTo>
                    <a:pt x="3615264" y="2564727"/>
                    <a:pt x="3698871" y="2472925"/>
                    <a:pt x="3788371" y="2381860"/>
                  </a:cubicBezTo>
                  <a:cubicBezTo>
                    <a:pt x="4015803" y="2150375"/>
                    <a:pt x="4227214" y="2037303"/>
                    <a:pt x="4381538" y="1954710"/>
                  </a:cubicBezTo>
                  <a:cubicBezTo>
                    <a:pt x="4479325" y="1902317"/>
                    <a:pt x="4536506" y="1870826"/>
                    <a:pt x="4572876" y="1832613"/>
                  </a:cubicBezTo>
                  <a:cubicBezTo>
                    <a:pt x="4615601" y="1787772"/>
                    <a:pt x="4654274" y="1704257"/>
                    <a:pt x="4687698" y="1584555"/>
                  </a:cubicBezTo>
                  <a:cubicBezTo>
                    <a:pt x="4765044" y="1307676"/>
                    <a:pt x="4767254" y="1017723"/>
                    <a:pt x="4694328" y="722704"/>
                  </a:cubicBezTo>
                  <a:cubicBezTo>
                    <a:pt x="4642396" y="512766"/>
                    <a:pt x="4551463" y="301482"/>
                    <a:pt x="4427822" y="101669"/>
                  </a:cubicBezTo>
                  <a:lnTo>
                    <a:pt x="4357980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36BE7FD8-DDBE-4757-AEA0-50DEA9A498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62599" y="-1438"/>
              <a:ext cx="5207741" cy="3738815"/>
            </a:xfrm>
            <a:custGeom>
              <a:avLst/>
              <a:gdLst>
                <a:gd name="connsiteX0" fmla="*/ 244572 w 5207741"/>
                <a:gd name="connsiteY0" fmla="*/ 0 h 3738815"/>
                <a:gd name="connsiteX1" fmla="*/ 869557 w 5207741"/>
                <a:gd name="connsiteY1" fmla="*/ 0 h 3738815"/>
                <a:gd name="connsiteX2" fmla="*/ 798472 w 5207741"/>
                <a:gd name="connsiteY2" fmla="*/ 119401 h 3738815"/>
                <a:gd name="connsiteX3" fmla="*/ 713145 w 5207741"/>
                <a:gd name="connsiteY3" fmla="*/ 300066 h 3738815"/>
                <a:gd name="connsiteX4" fmla="*/ 552561 w 5207741"/>
                <a:gd name="connsiteY4" fmla="*/ 1110906 h 3738815"/>
                <a:gd name="connsiteX5" fmla="*/ 685890 w 5207741"/>
                <a:gd name="connsiteY5" fmla="*/ 1852779 h 3738815"/>
                <a:gd name="connsiteX6" fmla="*/ 1052546 w 5207741"/>
                <a:gd name="connsiteY6" fmla="*/ 2475043 h 3738815"/>
                <a:gd name="connsiteX7" fmla="*/ 1729596 w 5207741"/>
                <a:gd name="connsiteY7" fmla="*/ 2995009 h 3738815"/>
                <a:gd name="connsiteX8" fmla="*/ 2582147 w 5207741"/>
                <a:gd name="connsiteY8" fmla="*/ 3186347 h 3738815"/>
                <a:gd name="connsiteX9" fmla="*/ 3466281 w 5207741"/>
                <a:gd name="connsiteY9" fmla="*/ 2591430 h 3738815"/>
                <a:gd name="connsiteX10" fmla="*/ 3722720 w 5207741"/>
                <a:gd name="connsiteY10" fmla="*/ 2317314 h 3738815"/>
                <a:gd name="connsiteX11" fmla="*/ 4338077 w 5207741"/>
                <a:gd name="connsiteY11" fmla="*/ 1873497 h 3738815"/>
                <a:gd name="connsiteX12" fmla="*/ 4506212 w 5207741"/>
                <a:gd name="connsiteY12" fmla="*/ 1769080 h 3738815"/>
                <a:gd name="connsiteX13" fmla="*/ 4599026 w 5207741"/>
                <a:gd name="connsiteY13" fmla="*/ 1559787 h 3738815"/>
                <a:gd name="connsiteX14" fmla="*/ 4605012 w 5207741"/>
                <a:gd name="connsiteY14" fmla="*/ 744803 h 3738815"/>
                <a:gd name="connsiteX15" fmla="*/ 4349253 w 5207741"/>
                <a:gd name="connsiteY15" fmla="*/ 149548 h 3738815"/>
                <a:gd name="connsiteX16" fmla="*/ 4246488 w 5207741"/>
                <a:gd name="connsiteY16" fmla="*/ 0 h 3738815"/>
                <a:gd name="connsiteX17" fmla="*/ 4900539 w 5207741"/>
                <a:gd name="connsiteY17" fmla="*/ 0 h 3738815"/>
                <a:gd name="connsiteX18" fmla="*/ 5023799 w 5207741"/>
                <a:gd name="connsiteY18" fmla="*/ 256448 h 3738815"/>
                <a:gd name="connsiteX19" fmla="*/ 5131054 w 5207741"/>
                <a:gd name="connsiteY19" fmla="*/ 1708493 h 3738815"/>
                <a:gd name="connsiteX20" fmla="*/ 4116721 w 5207741"/>
                <a:gd name="connsiteY20" fmla="*/ 2704502 h 3738815"/>
                <a:gd name="connsiteX21" fmla="*/ 2582056 w 5207741"/>
                <a:gd name="connsiteY21" fmla="*/ 3738815 h 3738815"/>
                <a:gd name="connsiteX22" fmla="*/ 632301 w 5207741"/>
                <a:gd name="connsiteY22" fmla="*/ 2833780 h 3738815"/>
                <a:gd name="connsiteX23" fmla="*/ 0 w 5207741"/>
                <a:gd name="connsiteY23" fmla="*/ 1110906 h 3738815"/>
                <a:gd name="connsiteX24" fmla="*/ 202913 w 5207741"/>
                <a:gd name="connsiteY24" fmla="*/ 88013 h 3738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207741" h="3738815">
                  <a:moveTo>
                    <a:pt x="244572" y="0"/>
                  </a:moveTo>
                  <a:lnTo>
                    <a:pt x="869557" y="0"/>
                  </a:lnTo>
                  <a:lnTo>
                    <a:pt x="798472" y="119401"/>
                  </a:lnTo>
                  <a:cubicBezTo>
                    <a:pt x="767299" y="177982"/>
                    <a:pt x="738835" y="238236"/>
                    <a:pt x="713145" y="300066"/>
                  </a:cubicBezTo>
                  <a:cubicBezTo>
                    <a:pt x="606611" y="556503"/>
                    <a:pt x="552561" y="829331"/>
                    <a:pt x="552561" y="1110906"/>
                  </a:cubicBezTo>
                  <a:cubicBezTo>
                    <a:pt x="552561" y="1366883"/>
                    <a:pt x="597403" y="1616415"/>
                    <a:pt x="685890" y="1852779"/>
                  </a:cubicBezTo>
                  <a:cubicBezTo>
                    <a:pt x="771247" y="2080764"/>
                    <a:pt x="894631" y="2290058"/>
                    <a:pt x="1052546" y="2475043"/>
                  </a:cubicBezTo>
                  <a:cubicBezTo>
                    <a:pt x="1239188" y="2693729"/>
                    <a:pt x="1473342" y="2873466"/>
                    <a:pt x="1729596" y="2995009"/>
                  </a:cubicBezTo>
                  <a:cubicBezTo>
                    <a:pt x="1997267" y="3121985"/>
                    <a:pt x="2284091" y="3186347"/>
                    <a:pt x="2582147" y="3186347"/>
                  </a:cubicBezTo>
                  <a:cubicBezTo>
                    <a:pt x="2908748" y="3186347"/>
                    <a:pt x="3109939" y="2982394"/>
                    <a:pt x="3466281" y="2591430"/>
                  </a:cubicBezTo>
                  <a:cubicBezTo>
                    <a:pt x="3547771" y="2502022"/>
                    <a:pt x="3632022" y="2409575"/>
                    <a:pt x="3722720" y="2317314"/>
                  </a:cubicBezTo>
                  <a:cubicBezTo>
                    <a:pt x="3959913" y="2075884"/>
                    <a:pt x="4178506" y="1958853"/>
                    <a:pt x="4338077" y="1873497"/>
                  </a:cubicBezTo>
                  <a:cubicBezTo>
                    <a:pt x="4416344" y="1831509"/>
                    <a:pt x="4478220" y="1798453"/>
                    <a:pt x="4506212" y="1769080"/>
                  </a:cubicBezTo>
                  <a:cubicBezTo>
                    <a:pt x="4537518" y="1736208"/>
                    <a:pt x="4570483" y="1661901"/>
                    <a:pt x="4599026" y="1559787"/>
                  </a:cubicBezTo>
                  <a:cubicBezTo>
                    <a:pt x="4672136" y="1298377"/>
                    <a:pt x="4674070" y="1024169"/>
                    <a:pt x="4605012" y="744803"/>
                  </a:cubicBezTo>
                  <a:cubicBezTo>
                    <a:pt x="4555290" y="543912"/>
                    <a:pt x="4468017" y="341363"/>
                    <a:pt x="4349253" y="149548"/>
                  </a:cubicBezTo>
                  <a:lnTo>
                    <a:pt x="4246488" y="0"/>
                  </a:lnTo>
                  <a:lnTo>
                    <a:pt x="4900539" y="0"/>
                  </a:lnTo>
                  <a:lnTo>
                    <a:pt x="5023799" y="256448"/>
                  </a:lnTo>
                  <a:cubicBezTo>
                    <a:pt x="5212139" y="710891"/>
                    <a:pt x="5269776" y="1212048"/>
                    <a:pt x="5131054" y="1708493"/>
                  </a:cubicBezTo>
                  <a:cubicBezTo>
                    <a:pt x="4936032" y="2406445"/>
                    <a:pt x="4583926" y="2228919"/>
                    <a:pt x="4116721" y="2704502"/>
                  </a:cubicBezTo>
                  <a:cubicBezTo>
                    <a:pt x="3649425" y="3180085"/>
                    <a:pt x="3295108" y="3738815"/>
                    <a:pt x="2582056" y="3738815"/>
                  </a:cubicBezTo>
                  <a:cubicBezTo>
                    <a:pt x="1803627" y="3738815"/>
                    <a:pt x="1105674" y="3388274"/>
                    <a:pt x="632301" y="2833780"/>
                  </a:cubicBezTo>
                  <a:cubicBezTo>
                    <a:pt x="238483" y="2372468"/>
                    <a:pt x="0" y="1770001"/>
                    <a:pt x="0" y="1110906"/>
                  </a:cubicBezTo>
                  <a:cubicBezTo>
                    <a:pt x="0" y="748072"/>
                    <a:pt x="72253" y="402411"/>
                    <a:pt x="202913" y="88013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 useBgFill="1"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E9FC4450-C88E-4D5D-99DD-0A34BCFC98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605815" y="-1438"/>
              <a:ext cx="5699636" cy="3920553"/>
            </a:xfrm>
            <a:custGeom>
              <a:avLst/>
              <a:gdLst>
                <a:gd name="connsiteX0" fmla="*/ 236526 w 5699636"/>
                <a:gd name="connsiteY0" fmla="*/ 0 h 3920553"/>
                <a:gd name="connsiteX1" fmla="*/ 639747 w 5699636"/>
                <a:gd name="connsiteY1" fmla="*/ 0 h 3920553"/>
                <a:gd name="connsiteX2" fmla="*/ 591602 w 5699636"/>
                <a:gd name="connsiteY2" fmla="*/ 108703 h 3920553"/>
                <a:gd name="connsiteX3" fmla="*/ 459286 w 5699636"/>
                <a:gd name="connsiteY3" fmla="*/ 562740 h 3920553"/>
                <a:gd name="connsiteX4" fmla="*/ 413892 w 5699636"/>
                <a:gd name="connsiteY4" fmla="*/ 1032063 h 3920553"/>
                <a:gd name="connsiteX5" fmla="*/ 453025 w 5699636"/>
                <a:gd name="connsiteY5" fmla="*/ 1501385 h 3920553"/>
                <a:gd name="connsiteX6" fmla="*/ 578251 w 5699636"/>
                <a:gd name="connsiteY6" fmla="*/ 1955698 h 3920553"/>
                <a:gd name="connsiteX7" fmla="*/ 1074276 w 5699636"/>
                <a:gd name="connsiteY7" fmla="*/ 2759357 h 3920553"/>
                <a:gd name="connsiteX8" fmla="*/ 1843958 w 5699636"/>
                <a:gd name="connsiteY8" fmla="*/ 3325729 h 3920553"/>
                <a:gd name="connsiteX9" fmla="*/ 1898743 w 5699636"/>
                <a:gd name="connsiteY9" fmla="*/ 3351419 h 3920553"/>
                <a:gd name="connsiteX10" fmla="*/ 1926183 w 5699636"/>
                <a:gd name="connsiteY10" fmla="*/ 3364309 h 3920553"/>
                <a:gd name="connsiteX11" fmla="*/ 1954267 w 5699636"/>
                <a:gd name="connsiteY11" fmla="*/ 3375727 h 3920553"/>
                <a:gd name="connsiteX12" fmla="*/ 2010435 w 5699636"/>
                <a:gd name="connsiteY12" fmla="*/ 3398655 h 3920553"/>
                <a:gd name="connsiteX13" fmla="*/ 2066970 w 5699636"/>
                <a:gd name="connsiteY13" fmla="*/ 3420569 h 3920553"/>
                <a:gd name="connsiteX14" fmla="*/ 2181884 w 5699636"/>
                <a:gd name="connsiteY14" fmla="*/ 3460439 h 3920553"/>
                <a:gd name="connsiteX15" fmla="*/ 2298915 w 5699636"/>
                <a:gd name="connsiteY15" fmla="*/ 3494600 h 3920553"/>
                <a:gd name="connsiteX16" fmla="*/ 2782326 w 5699636"/>
                <a:gd name="connsiteY16" fmla="*/ 3572314 h 3920553"/>
                <a:gd name="connsiteX17" fmla="*/ 2843833 w 5699636"/>
                <a:gd name="connsiteY17" fmla="*/ 3576274 h 3920553"/>
                <a:gd name="connsiteX18" fmla="*/ 2903961 w 5699636"/>
                <a:gd name="connsiteY18" fmla="*/ 3577194 h 3920553"/>
                <a:gd name="connsiteX19" fmla="*/ 2963904 w 5699636"/>
                <a:gd name="connsiteY19" fmla="*/ 3575261 h 3920553"/>
                <a:gd name="connsiteX20" fmla="*/ 3023662 w 5699636"/>
                <a:gd name="connsiteY20" fmla="*/ 3570380 h 3920553"/>
                <a:gd name="connsiteX21" fmla="*/ 3083053 w 5699636"/>
                <a:gd name="connsiteY21" fmla="*/ 3562462 h 3920553"/>
                <a:gd name="connsiteX22" fmla="*/ 3141983 w 5699636"/>
                <a:gd name="connsiteY22" fmla="*/ 3551320 h 3920553"/>
                <a:gd name="connsiteX23" fmla="*/ 3200176 w 5699636"/>
                <a:gd name="connsiteY23" fmla="*/ 3536680 h 3920553"/>
                <a:gd name="connsiteX24" fmla="*/ 3257633 w 5699636"/>
                <a:gd name="connsiteY24" fmla="*/ 3518909 h 3920553"/>
                <a:gd name="connsiteX25" fmla="*/ 3477516 w 5699636"/>
                <a:gd name="connsiteY25" fmla="*/ 3418175 h 3920553"/>
                <a:gd name="connsiteX26" fmla="*/ 3678982 w 5699636"/>
                <a:gd name="connsiteY26" fmla="*/ 3278585 h 3920553"/>
                <a:gd name="connsiteX27" fmla="*/ 3863784 w 5699636"/>
                <a:gd name="connsiteY27" fmla="*/ 3113397 h 3920553"/>
                <a:gd name="connsiteX28" fmla="*/ 3951994 w 5699636"/>
                <a:gd name="connsiteY28" fmla="*/ 3025185 h 3920553"/>
                <a:gd name="connsiteX29" fmla="*/ 4038271 w 5699636"/>
                <a:gd name="connsiteY29" fmla="*/ 2934489 h 3920553"/>
                <a:gd name="connsiteX30" fmla="*/ 4209537 w 5699636"/>
                <a:gd name="connsiteY30" fmla="*/ 2750241 h 3920553"/>
                <a:gd name="connsiteX31" fmla="*/ 4295998 w 5699636"/>
                <a:gd name="connsiteY31" fmla="*/ 2657978 h 3920553"/>
                <a:gd name="connsiteX32" fmla="*/ 4385130 w 5699636"/>
                <a:gd name="connsiteY32" fmla="*/ 2566728 h 3920553"/>
                <a:gd name="connsiteX33" fmla="*/ 4802060 w 5699636"/>
                <a:gd name="connsiteY33" fmla="*/ 2262318 h 3920553"/>
                <a:gd name="connsiteX34" fmla="*/ 5011721 w 5699636"/>
                <a:gd name="connsiteY34" fmla="*/ 2133685 h 3920553"/>
                <a:gd name="connsiteX35" fmla="*/ 5169267 w 5699636"/>
                <a:gd name="connsiteY35" fmla="*/ 1971075 h 3920553"/>
                <a:gd name="connsiteX36" fmla="*/ 5267146 w 5699636"/>
                <a:gd name="connsiteY36" fmla="*/ 1764268 h 3920553"/>
                <a:gd name="connsiteX37" fmla="*/ 5325432 w 5699636"/>
                <a:gd name="connsiteY37" fmla="*/ 1534533 h 3920553"/>
                <a:gd name="connsiteX38" fmla="*/ 5335468 w 5699636"/>
                <a:gd name="connsiteY38" fmla="*/ 1475879 h 3920553"/>
                <a:gd name="connsiteX39" fmla="*/ 5343939 w 5699636"/>
                <a:gd name="connsiteY39" fmla="*/ 1417133 h 3920553"/>
                <a:gd name="connsiteX40" fmla="*/ 5350293 w 5699636"/>
                <a:gd name="connsiteY40" fmla="*/ 1358203 h 3920553"/>
                <a:gd name="connsiteX41" fmla="*/ 5354896 w 5699636"/>
                <a:gd name="connsiteY41" fmla="*/ 1299089 h 3920553"/>
                <a:gd name="connsiteX42" fmla="*/ 5357476 w 5699636"/>
                <a:gd name="connsiteY42" fmla="*/ 1062816 h 3920553"/>
                <a:gd name="connsiteX43" fmla="*/ 5353884 w 5699636"/>
                <a:gd name="connsiteY43" fmla="*/ 1003886 h 3920553"/>
                <a:gd name="connsiteX44" fmla="*/ 5348452 w 5699636"/>
                <a:gd name="connsiteY44" fmla="*/ 945141 h 3920553"/>
                <a:gd name="connsiteX45" fmla="*/ 5341730 w 5699636"/>
                <a:gd name="connsiteY45" fmla="*/ 886486 h 3920553"/>
                <a:gd name="connsiteX46" fmla="*/ 5333442 w 5699636"/>
                <a:gd name="connsiteY46" fmla="*/ 828017 h 3920553"/>
                <a:gd name="connsiteX47" fmla="*/ 5285194 w 5699636"/>
                <a:gd name="connsiteY47" fmla="*/ 596624 h 3920553"/>
                <a:gd name="connsiteX48" fmla="*/ 5122400 w 5699636"/>
                <a:gd name="connsiteY48" fmla="*/ 150414 h 3920553"/>
                <a:gd name="connsiteX49" fmla="*/ 5044359 w 5699636"/>
                <a:gd name="connsiteY49" fmla="*/ 0 h 3920553"/>
                <a:gd name="connsiteX50" fmla="*/ 5463111 w 5699636"/>
                <a:gd name="connsiteY50" fmla="*/ 0 h 3920553"/>
                <a:gd name="connsiteX51" fmla="*/ 5475681 w 5699636"/>
                <a:gd name="connsiteY51" fmla="*/ 25671 h 3920553"/>
                <a:gd name="connsiteX52" fmla="*/ 5684924 w 5699636"/>
                <a:gd name="connsiteY52" fmla="*/ 830307 h 3920553"/>
                <a:gd name="connsiteX53" fmla="*/ 5699636 w 5699636"/>
                <a:gd name="connsiteY53" fmla="*/ 1116940 h 3920553"/>
                <a:gd name="connsiteX54" fmla="*/ 5699636 w 5699636"/>
                <a:gd name="connsiteY54" fmla="*/ 1116977 h 3920553"/>
                <a:gd name="connsiteX55" fmla="*/ 5684923 w 5699636"/>
                <a:gd name="connsiteY55" fmla="*/ 1403610 h 3920553"/>
                <a:gd name="connsiteX56" fmla="*/ 2849819 w 5699636"/>
                <a:gd name="connsiteY56" fmla="*/ 3920553 h 3920553"/>
                <a:gd name="connsiteX57" fmla="*/ 0 w 5699636"/>
                <a:gd name="connsiteY57" fmla="*/ 1116958 h 3920553"/>
                <a:gd name="connsiteX58" fmla="*/ 223956 w 5699636"/>
                <a:gd name="connsiteY58" fmla="*/ 25671 h 39205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699636" h="3920553">
                  <a:moveTo>
                    <a:pt x="236526" y="0"/>
                  </a:moveTo>
                  <a:lnTo>
                    <a:pt x="639747" y="0"/>
                  </a:lnTo>
                  <a:lnTo>
                    <a:pt x="591602" y="108703"/>
                  </a:lnTo>
                  <a:cubicBezTo>
                    <a:pt x="533962" y="256028"/>
                    <a:pt x="488751" y="407957"/>
                    <a:pt x="459286" y="562740"/>
                  </a:cubicBezTo>
                  <a:cubicBezTo>
                    <a:pt x="429913" y="717524"/>
                    <a:pt x="414720" y="874701"/>
                    <a:pt x="413892" y="1032063"/>
                  </a:cubicBezTo>
                  <a:cubicBezTo>
                    <a:pt x="412695" y="1189424"/>
                    <a:pt x="425953" y="1346601"/>
                    <a:pt x="453025" y="1501385"/>
                  </a:cubicBezTo>
                  <a:cubicBezTo>
                    <a:pt x="479820" y="1656260"/>
                    <a:pt x="522636" y="1808373"/>
                    <a:pt x="578251" y="1955698"/>
                  </a:cubicBezTo>
                  <a:cubicBezTo>
                    <a:pt x="690403" y="2249979"/>
                    <a:pt x="857892" y="2525294"/>
                    <a:pt x="1074276" y="2759357"/>
                  </a:cubicBezTo>
                  <a:cubicBezTo>
                    <a:pt x="1290659" y="2993419"/>
                    <a:pt x="1553634" y="3185586"/>
                    <a:pt x="1843958" y="3325729"/>
                  </a:cubicBezTo>
                  <a:lnTo>
                    <a:pt x="1898743" y="3351419"/>
                  </a:lnTo>
                  <a:lnTo>
                    <a:pt x="1926183" y="3364309"/>
                  </a:lnTo>
                  <a:lnTo>
                    <a:pt x="1954267" y="3375727"/>
                  </a:lnTo>
                  <a:lnTo>
                    <a:pt x="2010435" y="3398655"/>
                  </a:lnTo>
                  <a:cubicBezTo>
                    <a:pt x="2029126" y="3406205"/>
                    <a:pt x="2047726" y="3414400"/>
                    <a:pt x="2066970" y="3420569"/>
                  </a:cubicBezTo>
                  <a:cubicBezTo>
                    <a:pt x="2105275" y="3433644"/>
                    <a:pt x="2143303" y="3447916"/>
                    <a:pt x="2181884" y="3460439"/>
                  </a:cubicBezTo>
                  <a:lnTo>
                    <a:pt x="2298915" y="3494600"/>
                  </a:lnTo>
                  <a:cubicBezTo>
                    <a:pt x="2456368" y="3535575"/>
                    <a:pt x="2618426" y="3562001"/>
                    <a:pt x="2782326" y="3572314"/>
                  </a:cubicBezTo>
                  <a:lnTo>
                    <a:pt x="2843833" y="3576274"/>
                  </a:lnTo>
                  <a:cubicBezTo>
                    <a:pt x="2863998" y="3576826"/>
                    <a:pt x="2883888" y="3576826"/>
                    <a:pt x="2903961" y="3577194"/>
                  </a:cubicBezTo>
                  <a:cubicBezTo>
                    <a:pt x="2923942" y="3577010"/>
                    <a:pt x="2943922" y="3575813"/>
                    <a:pt x="2963904" y="3575261"/>
                  </a:cubicBezTo>
                  <a:cubicBezTo>
                    <a:pt x="2983885" y="3574156"/>
                    <a:pt x="3003681" y="3571946"/>
                    <a:pt x="3023662" y="3570380"/>
                  </a:cubicBezTo>
                  <a:cubicBezTo>
                    <a:pt x="3043458" y="3568171"/>
                    <a:pt x="3063164" y="3565040"/>
                    <a:pt x="3083053" y="3562462"/>
                  </a:cubicBezTo>
                  <a:cubicBezTo>
                    <a:pt x="3102665" y="3558963"/>
                    <a:pt x="3122278" y="3555095"/>
                    <a:pt x="3141983" y="3551320"/>
                  </a:cubicBezTo>
                  <a:cubicBezTo>
                    <a:pt x="3161318" y="3546441"/>
                    <a:pt x="3180839" y="3541929"/>
                    <a:pt x="3200176" y="3536680"/>
                  </a:cubicBezTo>
                  <a:cubicBezTo>
                    <a:pt x="3219236" y="3530695"/>
                    <a:pt x="3238664" y="3525539"/>
                    <a:pt x="3257633" y="3518909"/>
                  </a:cubicBezTo>
                  <a:cubicBezTo>
                    <a:pt x="3333689" y="3493219"/>
                    <a:pt x="3407168" y="3458781"/>
                    <a:pt x="3477516" y="3418175"/>
                  </a:cubicBezTo>
                  <a:cubicBezTo>
                    <a:pt x="3547678" y="3377109"/>
                    <a:pt x="3615080" y="3330425"/>
                    <a:pt x="3678982" y="3278585"/>
                  </a:cubicBezTo>
                  <a:cubicBezTo>
                    <a:pt x="3743069" y="3226929"/>
                    <a:pt x="3804485" y="3171406"/>
                    <a:pt x="3863784" y="3113397"/>
                  </a:cubicBezTo>
                  <a:cubicBezTo>
                    <a:pt x="3893524" y="3084484"/>
                    <a:pt x="3922989" y="3055111"/>
                    <a:pt x="3951994" y="3025185"/>
                  </a:cubicBezTo>
                  <a:cubicBezTo>
                    <a:pt x="3980999" y="2995260"/>
                    <a:pt x="4009635" y="2964967"/>
                    <a:pt x="4038271" y="2934489"/>
                  </a:cubicBezTo>
                  <a:cubicBezTo>
                    <a:pt x="4095636" y="2873625"/>
                    <a:pt x="4152264" y="2811841"/>
                    <a:pt x="4209537" y="2750241"/>
                  </a:cubicBezTo>
                  <a:lnTo>
                    <a:pt x="4295998" y="2657978"/>
                  </a:lnTo>
                  <a:cubicBezTo>
                    <a:pt x="4325002" y="2627316"/>
                    <a:pt x="4354100" y="2596930"/>
                    <a:pt x="4385130" y="2566728"/>
                  </a:cubicBezTo>
                  <a:cubicBezTo>
                    <a:pt x="4507041" y="2445278"/>
                    <a:pt x="4653446" y="2345280"/>
                    <a:pt x="4802060" y="2262318"/>
                  </a:cubicBezTo>
                  <a:cubicBezTo>
                    <a:pt x="4875630" y="2219962"/>
                    <a:pt x="4948648" y="2180276"/>
                    <a:pt x="5011721" y="2133685"/>
                  </a:cubicBezTo>
                  <a:cubicBezTo>
                    <a:pt x="5075070" y="2087370"/>
                    <a:pt x="5128016" y="2033964"/>
                    <a:pt x="5169267" y="1971075"/>
                  </a:cubicBezTo>
                  <a:cubicBezTo>
                    <a:pt x="5211162" y="1908830"/>
                    <a:pt x="5242193" y="1838206"/>
                    <a:pt x="5267146" y="1764268"/>
                  </a:cubicBezTo>
                  <a:cubicBezTo>
                    <a:pt x="5292100" y="1690329"/>
                    <a:pt x="5310699" y="1612523"/>
                    <a:pt x="5325432" y="1534533"/>
                  </a:cubicBezTo>
                  <a:cubicBezTo>
                    <a:pt x="5328746" y="1514920"/>
                    <a:pt x="5332706" y="1495492"/>
                    <a:pt x="5335468" y="1475879"/>
                  </a:cubicBezTo>
                  <a:lnTo>
                    <a:pt x="5343939" y="1417133"/>
                  </a:lnTo>
                  <a:lnTo>
                    <a:pt x="5350293" y="1358203"/>
                  </a:lnTo>
                  <a:cubicBezTo>
                    <a:pt x="5352686" y="1338590"/>
                    <a:pt x="5353240" y="1318793"/>
                    <a:pt x="5354896" y="1299089"/>
                  </a:cubicBezTo>
                  <a:cubicBezTo>
                    <a:pt x="5360513" y="1220362"/>
                    <a:pt x="5360606" y="1141451"/>
                    <a:pt x="5357476" y="1062816"/>
                  </a:cubicBezTo>
                  <a:lnTo>
                    <a:pt x="5353884" y="1003886"/>
                  </a:lnTo>
                  <a:cubicBezTo>
                    <a:pt x="5352319" y="984274"/>
                    <a:pt x="5350200" y="964753"/>
                    <a:pt x="5348452" y="945141"/>
                  </a:cubicBezTo>
                  <a:cubicBezTo>
                    <a:pt x="5346886" y="925527"/>
                    <a:pt x="5343939" y="906007"/>
                    <a:pt x="5341730" y="886486"/>
                  </a:cubicBezTo>
                  <a:cubicBezTo>
                    <a:pt x="5339704" y="866874"/>
                    <a:pt x="5336481" y="847445"/>
                    <a:pt x="5333442" y="828017"/>
                  </a:cubicBezTo>
                  <a:cubicBezTo>
                    <a:pt x="5321104" y="750211"/>
                    <a:pt x="5304990" y="673050"/>
                    <a:pt x="5285194" y="596624"/>
                  </a:cubicBezTo>
                  <a:cubicBezTo>
                    <a:pt x="5244679" y="444051"/>
                    <a:pt x="5189985" y="294700"/>
                    <a:pt x="5122400" y="150414"/>
                  </a:cubicBezTo>
                  <a:lnTo>
                    <a:pt x="5044359" y="0"/>
                  </a:lnTo>
                  <a:lnTo>
                    <a:pt x="5463111" y="0"/>
                  </a:lnTo>
                  <a:lnTo>
                    <a:pt x="5475681" y="25671"/>
                  </a:lnTo>
                  <a:cubicBezTo>
                    <a:pt x="5583839" y="277235"/>
                    <a:pt x="5655735" y="547560"/>
                    <a:pt x="5684924" y="830307"/>
                  </a:cubicBezTo>
                  <a:lnTo>
                    <a:pt x="5699636" y="1116940"/>
                  </a:lnTo>
                  <a:lnTo>
                    <a:pt x="5699636" y="1116977"/>
                  </a:lnTo>
                  <a:lnTo>
                    <a:pt x="5684923" y="1403610"/>
                  </a:lnTo>
                  <a:cubicBezTo>
                    <a:pt x="5538982" y="2817342"/>
                    <a:pt x="4325342" y="3920553"/>
                    <a:pt x="2849819" y="3920553"/>
                  </a:cubicBezTo>
                  <a:cubicBezTo>
                    <a:pt x="1275927" y="3920553"/>
                    <a:pt x="0" y="2665344"/>
                    <a:pt x="0" y="1116958"/>
                  </a:cubicBezTo>
                  <a:cubicBezTo>
                    <a:pt x="0" y="729862"/>
                    <a:pt x="79746" y="361089"/>
                    <a:pt x="223956" y="25671"/>
                  </a:cubicBez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39639" y="3594698"/>
            <a:ext cx="3604268" cy="838831"/>
          </a:xfrm>
        </p:spPr>
        <p:txBody>
          <a:bodyPr anchor="b">
            <a:normAutofit fontScale="92500"/>
          </a:bodyPr>
          <a:lstStyle/>
          <a:p>
            <a:pPr algn="l"/>
            <a:r>
              <a:rPr lang="es-MX" sz="1700" dirty="0">
                <a:solidFill>
                  <a:schemeClr val="tx2"/>
                </a:solidFill>
              </a:rPr>
              <a:t>Proyecto Final</a:t>
            </a:r>
          </a:p>
          <a:p>
            <a:pPr algn="l"/>
            <a:r>
              <a:rPr lang="es-MX" sz="1700" dirty="0">
                <a:solidFill>
                  <a:schemeClr val="tx2"/>
                </a:solidFill>
              </a:rPr>
              <a:t>Visual Studio 2022 C#  Web    Bivian Paris 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s-MX" sz="4300"/>
              <a:t>Arquitectura de Alto Nivel (Original)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D6365FD-C1E4-032A-8898-349520B16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5770" r="30928" b="-1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s-MX" sz="1900" dirty="0"/>
              <a:t>Usuario → Aplicación Web → Base de Datos</a:t>
            </a:r>
          </a:p>
          <a:p>
            <a:pPr lvl="1"/>
            <a:r>
              <a:rPr lang="es-MX" sz="1900" dirty="0"/>
              <a:t>La web accede directamente a la base de datos</a:t>
            </a:r>
          </a:p>
          <a:p>
            <a:pPr lvl="1"/>
            <a:r>
              <a:rPr lang="es-MX" sz="1900" dirty="0"/>
              <a:t>Toda la lógica está centralizada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73569771-F071-F3DF-0669-99091E801E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17475" y="3904339"/>
            <a:ext cx="4320766" cy="2880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Fondo de tecnología de bloques y redes azules">
            <a:extLst>
              <a:ext uri="{FF2B5EF4-FFF2-40B4-BE49-F238E27FC236}">
                <a16:creationId xmlns:a16="http://schemas.microsoft.com/office/drawing/2014/main" id="{965E2543-59F5-0A27-12D0-5C3F3E18603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8363" b="-3"/>
          <a:stretch>
            <a:fillRect/>
          </a:stretch>
        </p:blipFill>
        <p:spPr>
          <a:xfrm>
            <a:off x="3662268" y="46279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sp useBgFill="1">
        <p:nvSpPr>
          <p:cNvPr id="18" name="Freeform: Shape 17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0" name="Freeform: Shape 19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es-MX" sz="3000"/>
              <a:t>Arquitectura de Alto Nivel (Final)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r>
              <a:rPr lang="es-MX" sz="1600" dirty="0"/>
              <a:t>Usuario → Aplicación Web (MVC) →  				 Base de Datos</a:t>
            </a:r>
          </a:p>
          <a:p>
            <a:pPr lvl="1"/>
            <a:r>
              <a:rPr lang="es-MX" sz="1600" dirty="0"/>
              <a:t>Usuario</a:t>
            </a:r>
          </a:p>
          <a:p>
            <a:pPr lvl="1"/>
            <a:r>
              <a:rPr lang="es-MX" sz="1600" dirty="0"/>
              <a:t>   ↓</a:t>
            </a:r>
          </a:p>
          <a:p>
            <a:pPr lvl="1"/>
            <a:r>
              <a:rPr lang="es-MX" sz="1600" dirty="0"/>
              <a:t>Navegador Web</a:t>
            </a:r>
          </a:p>
          <a:p>
            <a:pPr lvl="1"/>
            <a:r>
              <a:rPr lang="es-MX" sz="1600" dirty="0"/>
              <a:t>   ↓</a:t>
            </a:r>
          </a:p>
          <a:p>
            <a:pPr lvl="1"/>
            <a:r>
              <a:rPr lang="es-MX" sz="1600" dirty="0"/>
              <a:t>Aplicación Web ASP.NET MVC</a:t>
            </a:r>
          </a:p>
          <a:p>
            <a:pPr lvl="1"/>
            <a:r>
              <a:rPr lang="es-MX" sz="1600" dirty="0"/>
              <a:t>   ↓</a:t>
            </a:r>
          </a:p>
          <a:p>
            <a:pPr lvl="1"/>
            <a:r>
              <a:rPr lang="es-MX" sz="1600" dirty="0"/>
              <a:t>Base de Datos SQL Server</a:t>
            </a:r>
          </a:p>
          <a:p>
            <a:pPr lvl="1"/>
            <a:endParaRPr lang="es-MX" sz="1600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02E4DC5-CD3A-CB74-91A8-A690CF7CD8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4229" y="3711024"/>
            <a:ext cx="4763729" cy="238186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48F5B5-AF1D-9157-A901-0EAE0199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B6F0C59-4E3C-EE95-DB36-B8C9D9E464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16CD13-6183-3ADF-67C6-2248C176C9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MX" sz="4700" dirty="0" err="1"/>
              <a:t>Codigo</a:t>
            </a:r>
            <a:r>
              <a:rPr lang="es-MX" sz="4700" dirty="0"/>
              <a:t> Base de Datos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94A5F922-410A-BC43-EF42-66F237E272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BA85B-E24A-306C-030E-9E11AA30E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 fontScale="32500" lnSpcReduction="20000"/>
          </a:bodyPr>
          <a:lstStyle/>
          <a:p>
            <a:r>
              <a:rPr lang="es-MX" sz="1900" dirty="0"/>
              <a:t>CREATE DATABASE </a:t>
            </a:r>
            <a:r>
              <a:rPr lang="es-MX" sz="1900" dirty="0" err="1"/>
              <a:t>MatriculaEscolarIPTC</a:t>
            </a:r>
            <a:r>
              <a:rPr lang="es-MX" sz="1900" dirty="0"/>
              <a:t>;</a:t>
            </a:r>
          </a:p>
          <a:p>
            <a:r>
              <a:rPr lang="es-MX" sz="1900" dirty="0"/>
              <a:t>GO</a:t>
            </a:r>
          </a:p>
          <a:p>
            <a:r>
              <a:rPr lang="es-MX" sz="1900" dirty="0"/>
              <a:t>USE </a:t>
            </a:r>
            <a:r>
              <a:rPr lang="es-MX" sz="1900" dirty="0" err="1"/>
              <a:t>MatriculaEscolarIPTC</a:t>
            </a:r>
            <a:r>
              <a:rPr lang="es-MX" sz="1900" dirty="0"/>
              <a:t>;</a:t>
            </a:r>
          </a:p>
          <a:p>
            <a:endParaRPr lang="es-MX" sz="1900" dirty="0"/>
          </a:p>
          <a:p>
            <a:r>
              <a:rPr lang="es-MX" sz="1900" dirty="0"/>
              <a:t>CREATE TABLE Estudiante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Cedula VARCHAR(20) NOT NULL,</a:t>
            </a:r>
          </a:p>
          <a:p>
            <a:r>
              <a:rPr lang="es-MX" sz="1900" dirty="0"/>
              <a:t>    Nombre VARCHAR(100) NOT NULL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  <a:p>
            <a:r>
              <a:rPr lang="es-MX" sz="1900" dirty="0"/>
              <a:t>CREATE TABLE Profesor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Nombre VARCHAR(100) NOT NULL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  <a:p>
            <a:r>
              <a:rPr lang="es-MX" sz="1900" dirty="0"/>
              <a:t>CREATE TABLE Materia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Nombre VARCHAR(100) NOT NULL,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ProfesorId</a:t>
            </a:r>
            <a:r>
              <a:rPr lang="es-MX" sz="1900" dirty="0"/>
              <a:t> INT,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ProfesorId</a:t>
            </a:r>
            <a:r>
              <a:rPr lang="es-MX" sz="1900" dirty="0"/>
              <a:t>) REFERENCES Profesor(Id)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  <a:p>
            <a:r>
              <a:rPr lang="es-MX" sz="1900" dirty="0"/>
              <a:t>CREATE TABLE Horario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MateriaId</a:t>
            </a:r>
            <a:r>
              <a:rPr lang="es-MX" sz="1900" dirty="0"/>
              <a:t> INT NOT NULL,</a:t>
            </a:r>
          </a:p>
          <a:p>
            <a:r>
              <a:rPr lang="es-MX" sz="1900" dirty="0"/>
              <a:t>    Dia VARCHAR(15),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HoraInicio</a:t>
            </a:r>
            <a:r>
              <a:rPr lang="es-MX" sz="1900" dirty="0"/>
              <a:t> TIME,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HoraFin</a:t>
            </a:r>
            <a:r>
              <a:rPr lang="es-MX" sz="1900" dirty="0"/>
              <a:t> TIME,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MateriaId</a:t>
            </a:r>
            <a:r>
              <a:rPr lang="es-MX" sz="1900" dirty="0"/>
              <a:t>) REFERENCES Materia(Id)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  <a:p>
            <a:r>
              <a:rPr lang="es-MX" sz="1900" dirty="0"/>
              <a:t>CREATE TABLE Matricula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EstudianteId</a:t>
            </a:r>
            <a:r>
              <a:rPr lang="es-MX" sz="1900" dirty="0"/>
              <a:t> INT NOT NULL,</a:t>
            </a:r>
          </a:p>
          <a:p>
            <a:r>
              <a:rPr lang="es-MX" sz="1900" dirty="0"/>
              <a:t>    Fecha DATE,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EstudianteId</a:t>
            </a:r>
            <a:r>
              <a:rPr lang="es-MX" sz="1900" dirty="0"/>
              <a:t>) REFERENCES Estudiante(Id)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  <a:p>
            <a:r>
              <a:rPr lang="es-MX" sz="1900" dirty="0"/>
              <a:t>CREATE TABLE </a:t>
            </a:r>
            <a:r>
              <a:rPr lang="es-MX" sz="1900" dirty="0" err="1"/>
              <a:t>DetalleMatricula</a:t>
            </a:r>
            <a:r>
              <a:rPr lang="es-MX" sz="1900" dirty="0"/>
              <a:t> (</a:t>
            </a:r>
          </a:p>
          <a:p>
            <a:r>
              <a:rPr lang="es-MX" sz="1900" dirty="0"/>
              <a:t>    Id INT IDENTITY PRIMARY KEY,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MatriculaId</a:t>
            </a:r>
            <a:r>
              <a:rPr lang="es-MX" sz="1900" dirty="0"/>
              <a:t> INT NOT NULL,</a:t>
            </a:r>
          </a:p>
          <a:p>
            <a:r>
              <a:rPr lang="es-MX" sz="1900" dirty="0"/>
              <a:t>    </a:t>
            </a:r>
            <a:r>
              <a:rPr lang="es-MX" sz="1900" dirty="0" err="1"/>
              <a:t>MateriaId</a:t>
            </a:r>
            <a:r>
              <a:rPr lang="es-MX" sz="1900" dirty="0"/>
              <a:t> INT NOT NULL,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MatriculaId</a:t>
            </a:r>
            <a:r>
              <a:rPr lang="es-MX" sz="1900" dirty="0"/>
              <a:t>) REFERENCES Matricula(Id),</a:t>
            </a:r>
          </a:p>
          <a:p>
            <a:r>
              <a:rPr lang="es-MX" sz="1900" dirty="0"/>
              <a:t>    FOREIGN KEY (</a:t>
            </a:r>
            <a:r>
              <a:rPr lang="es-MX" sz="1900" dirty="0" err="1"/>
              <a:t>MateriaId</a:t>
            </a:r>
            <a:r>
              <a:rPr lang="es-MX" sz="1900" dirty="0"/>
              <a:t>) REFERENCES Materia(Id)</a:t>
            </a:r>
          </a:p>
          <a:p>
            <a:r>
              <a:rPr lang="es-MX" sz="1900" dirty="0"/>
              <a:t>);</a:t>
            </a:r>
          </a:p>
          <a:p>
            <a:endParaRPr lang="es-MX" sz="1900" dirty="0"/>
          </a:p>
        </p:txBody>
      </p:sp>
    </p:spTree>
    <p:extLst>
      <p:ext uri="{BB962C8B-B14F-4D97-AF65-F5344CB8AC3E}">
        <p14:creationId xmlns:p14="http://schemas.microsoft.com/office/powerpoint/2010/main" val="1781183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s-MX" sz="4700" dirty="0"/>
              <a:t>Diagrama de Base de Datos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1777" y="1677373"/>
            <a:ext cx="8140446" cy="18288"/>
          </a:xfrm>
          <a:custGeom>
            <a:avLst/>
            <a:gdLst>
              <a:gd name="csX0" fmla="*/ 0 w 8140446"/>
              <a:gd name="csY0" fmla="*/ 0 h 18288"/>
              <a:gd name="csX1" fmla="*/ 434157 w 8140446"/>
              <a:gd name="csY1" fmla="*/ 0 h 18288"/>
              <a:gd name="csX2" fmla="*/ 1193932 w 8140446"/>
              <a:gd name="csY2" fmla="*/ 0 h 18288"/>
              <a:gd name="csX3" fmla="*/ 1628089 w 8140446"/>
              <a:gd name="csY3" fmla="*/ 0 h 18288"/>
              <a:gd name="csX4" fmla="*/ 2225055 w 8140446"/>
              <a:gd name="csY4" fmla="*/ 0 h 18288"/>
              <a:gd name="csX5" fmla="*/ 3066235 w 8140446"/>
              <a:gd name="csY5" fmla="*/ 0 h 18288"/>
              <a:gd name="csX6" fmla="*/ 3744605 w 8140446"/>
              <a:gd name="csY6" fmla="*/ 0 h 18288"/>
              <a:gd name="csX7" fmla="*/ 4504380 w 8140446"/>
              <a:gd name="csY7" fmla="*/ 0 h 18288"/>
              <a:gd name="csX8" fmla="*/ 5101346 w 8140446"/>
              <a:gd name="csY8" fmla="*/ 0 h 18288"/>
              <a:gd name="csX9" fmla="*/ 5779717 w 8140446"/>
              <a:gd name="csY9" fmla="*/ 0 h 18288"/>
              <a:gd name="csX10" fmla="*/ 6620896 w 8140446"/>
              <a:gd name="csY10" fmla="*/ 0 h 18288"/>
              <a:gd name="csX11" fmla="*/ 7136458 w 8140446"/>
              <a:gd name="csY11" fmla="*/ 0 h 18288"/>
              <a:gd name="csX12" fmla="*/ 8140446 w 8140446"/>
              <a:gd name="csY12" fmla="*/ 0 h 18288"/>
              <a:gd name="csX13" fmla="*/ 8140446 w 8140446"/>
              <a:gd name="csY13" fmla="*/ 18288 h 18288"/>
              <a:gd name="csX14" fmla="*/ 7543480 w 8140446"/>
              <a:gd name="csY14" fmla="*/ 18288 h 18288"/>
              <a:gd name="csX15" fmla="*/ 7109323 w 8140446"/>
              <a:gd name="csY15" fmla="*/ 18288 h 18288"/>
              <a:gd name="csX16" fmla="*/ 6430952 w 8140446"/>
              <a:gd name="csY16" fmla="*/ 18288 h 18288"/>
              <a:gd name="csX17" fmla="*/ 5915391 w 8140446"/>
              <a:gd name="csY17" fmla="*/ 18288 h 18288"/>
              <a:gd name="csX18" fmla="*/ 5237020 w 8140446"/>
              <a:gd name="csY18" fmla="*/ 18288 h 18288"/>
              <a:gd name="csX19" fmla="*/ 4558650 w 8140446"/>
              <a:gd name="csY19" fmla="*/ 18288 h 18288"/>
              <a:gd name="csX20" fmla="*/ 3880279 w 8140446"/>
              <a:gd name="csY20" fmla="*/ 18288 h 18288"/>
              <a:gd name="csX21" fmla="*/ 3201909 w 8140446"/>
              <a:gd name="csY21" fmla="*/ 18288 h 18288"/>
              <a:gd name="csX22" fmla="*/ 2604943 w 8140446"/>
              <a:gd name="csY22" fmla="*/ 18288 h 18288"/>
              <a:gd name="csX23" fmla="*/ 1845168 w 8140446"/>
              <a:gd name="csY23" fmla="*/ 18288 h 18288"/>
              <a:gd name="csX24" fmla="*/ 1166797 w 8140446"/>
              <a:gd name="csY24" fmla="*/ 18288 h 18288"/>
              <a:gd name="csX25" fmla="*/ 0 w 8140446"/>
              <a:gd name="csY25" fmla="*/ 18288 h 18288"/>
              <a:gd name="csX26" fmla="*/ 0 w 8140446"/>
              <a:gd name="csY2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8140446" h="18288" fill="none" extrusionOk="0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w="8140446" h="18288" stroke="0" extrusionOk="0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929384"/>
            <a:ext cx="7886700" cy="4251960"/>
          </a:xfrm>
        </p:spPr>
        <p:txBody>
          <a:bodyPr>
            <a:normAutofit/>
          </a:bodyPr>
          <a:lstStyle/>
          <a:p>
            <a:r>
              <a:rPr lang="es-MX" sz="1900" dirty="0"/>
              <a:t>Entidades principales</a:t>
            </a:r>
          </a:p>
          <a:p>
            <a:pPr lvl="1"/>
            <a:r>
              <a:rPr lang="es-MX" sz="1900" dirty="0"/>
              <a:t>Estudiante</a:t>
            </a:r>
          </a:p>
          <a:p>
            <a:pPr lvl="1"/>
            <a:r>
              <a:rPr lang="es-MX" sz="1900" dirty="0"/>
              <a:t>Profesor</a:t>
            </a:r>
          </a:p>
          <a:p>
            <a:pPr lvl="1"/>
            <a:r>
              <a:rPr lang="es-MX" sz="1900" dirty="0"/>
              <a:t>Materia</a:t>
            </a:r>
          </a:p>
          <a:p>
            <a:pPr lvl="1"/>
            <a:r>
              <a:rPr lang="es-MX" sz="1900" dirty="0"/>
              <a:t>Horario</a:t>
            </a:r>
          </a:p>
          <a:p>
            <a:pPr lvl="1"/>
            <a:r>
              <a:rPr lang="es-MX" sz="1900" dirty="0"/>
              <a:t>Matrícula y </a:t>
            </a:r>
            <a:r>
              <a:rPr lang="es-MX" sz="1900" dirty="0" err="1"/>
              <a:t>DetalleMatrícula</a:t>
            </a:r>
            <a:endParaRPr lang="es-MX" sz="19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12DB4755-F9F9-6E58-783C-786BF87587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0857" y="1825625"/>
            <a:ext cx="3810000" cy="4667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3500"/>
              <a:t>Aspectos Generales del Código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MX" sz="1700" dirty="0"/>
              <a:t>ASP.NET Framework MVC</a:t>
            </a:r>
          </a:p>
          <a:p>
            <a:pPr lvl="1"/>
            <a:r>
              <a:rPr lang="es-MX" sz="1700" dirty="0" err="1"/>
              <a:t>Controllers</a:t>
            </a:r>
            <a:r>
              <a:rPr lang="es-MX" sz="1700" dirty="0"/>
              <a:t> manejan la lógica</a:t>
            </a:r>
          </a:p>
          <a:p>
            <a:pPr lvl="1"/>
            <a:r>
              <a:rPr lang="es-MX" sz="1700" dirty="0" err="1"/>
              <a:t>Models</a:t>
            </a:r>
            <a:r>
              <a:rPr lang="es-MX" sz="1700" dirty="0"/>
              <a:t> representan los datos</a:t>
            </a:r>
          </a:p>
          <a:p>
            <a:pPr lvl="1"/>
            <a:r>
              <a:rPr lang="es-MX" sz="1700" dirty="0" err="1"/>
              <a:t>Views</a:t>
            </a:r>
            <a:r>
              <a:rPr lang="es-MX" sz="1700" dirty="0"/>
              <a:t> muestran la información</a:t>
            </a:r>
          </a:p>
        </p:txBody>
      </p:sp>
      <p:pic>
        <p:nvPicPr>
          <p:cNvPr id="5" name="Picture 4" descr="Script de ordenador en una pantalla">
            <a:extLst>
              <a:ext uri="{FF2B5EF4-FFF2-40B4-BE49-F238E27FC236}">
                <a16:creationId xmlns:a16="http://schemas.microsoft.com/office/drawing/2014/main" id="{E40ECE88-D2D5-2D5F-961F-DC72E711037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39" r="47611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s-MX" sz="4700"/>
              <a:t>Demostración de la Aplicación</a:t>
            </a:r>
          </a:p>
        </p:txBody>
      </p:sp>
      <p:pic>
        <p:nvPicPr>
          <p:cNvPr id="5" name="Picture 4" descr="Personas en escritorio de reunión">
            <a:extLst>
              <a:ext uri="{FF2B5EF4-FFF2-40B4-BE49-F238E27FC236}">
                <a16:creationId xmlns:a16="http://schemas.microsoft.com/office/drawing/2014/main" id="{697A66A5-A817-EFAA-156F-136C44335C6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974" r="40376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s-MX" sz="1900"/>
              <a:t>Inicio de sesión</a:t>
            </a:r>
          </a:p>
          <a:p>
            <a:pPr lvl="1"/>
            <a:r>
              <a:rPr lang="es-MX" sz="1900"/>
              <a:t>Gestión de estudiantes</a:t>
            </a:r>
          </a:p>
          <a:p>
            <a:pPr lvl="1"/>
            <a:r>
              <a:rPr lang="es-MX" sz="1900"/>
              <a:t>Proceso de matrícula</a:t>
            </a:r>
          </a:p>
          <a:p>
            <a:pPr lvl="1"/>
            <a:r>
              <a:rPr lang="es-MX" sz="1900"/>
              <a:t>Consulta de datos mediante API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8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es-MX" sz="4700"/>
              <a:t>Conclusión</a:t>
            </a:r>
          </a:p>
        </p:txBody>
      </p:sp>
      <p:pic>
        <p:nvPicPr>
          <p:cNvPr id="14" name="Picture 4" descr="Vista con un ángulo bajo de la esquina del edificio contra el cielo azul claro">
            <a:extLst>
              <a:ext uri="{FF2B5EF4-FFF2-40B4-BE49-F238E27FC236}">
                <a16:creationId xmlns:a16="http://schemas.microsoft.com/office/drawing/2014/main" id="{DAC3C49B-529F-1F09-D27F-DE9E028609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74" r="44926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5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3321" y="2374947"/>
            <a:ext cx="3182692" cy="18288"/>
          </a:xfrm>
          <a:custGeom>
            <a:avLst/>
            <a:gdLst>
              <a:gd name="csX0" fmla="*/ 0 w 3182692"/>
              <a:gd name="csY0" fmla="*/ 0 h 18288"/>
              <a:gd name="csX1" fmla="*/ 636538 w 3182692"/>
              <a:gd name="csY1" fmla="*/ 0 h 18288"/>
              <a:gd name="csX2" fmla="*/ 1273077 w 3182692"/>
              <a:gd name="csY2" fmla="*/ 0 h 18288"/>
              <a:gd name="csX3" fmla="*/ 1909615 w 3182692"/>
              <a:gd name="csY3" fmla="*/ 0 h 18288"/>
              <a:gd name="csX4" fmla="*/ 2482500 w 3182692"/>
              <a:gd name="csY4" fmla="*/ 0 h 18288"/>
              <a:gd name="csX5" fmla="*/ 3182692 w 3182692"/>
              <a:gd name="csY5" fmla="*/ 0 h 18288"/>
              <a:gd name="csX6" fmla="*/ 3182692 w 3182692"/>
              <a:gd name="csY6" fmla="*/ 18288 h 18288"/>
              <a:gd name="csX7" fmla="*/ 2609807 w 3182692"/>
              <a:gd name="csY7" fmla="*/ 18288 h 18288"/>
              <a:gd name="csX8" fmla="*/ 2068750 w 3182692"/>
              <a:gd name="csY8" fmla="*/ 18288 h 18288"/>
              <a:gd name="csX9" fmla="*/ 1432211 w 3182692"/>
              <a:gd name="csY9" fmla="*/ 18288 h 18288"/>
              <a:gd name="csX10" fmla="*/ 859327 w 3182692"/>
              <a:gd name="csY10" fmla="*/ 18288 h 18288"/>
              <a:gd name="csX11" fmla="*/ 0 w 3182692"/>
              <a:gd name="csY11" fmla="*/ 18288 h 18288"/>
              <a:gd name="csX12" fmla="*/ 0 w 3182692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253588" y="25878"/>
                  <a:pt x="409323" y="-5359"/>
                  <a:pt x="636538" y="0"/>
                </a:cubicBezTo>
                <a:cubicBezTo>
                  <a:pt x="863753" y="5359"/>
                  <a:pt x="1007727" y="-28"/>
                  <a:pt x="1273077" y="0"/>
                </a:cubicBezTo>
                <a:cubicBezTo>
                  <a:pt x="1538427" y="28"/>
                  <a:pt x="1698640" y="-12775"/>
                  <a:pt x="1909615" y="0"/>
                </a:cubicBezTo>
                <a:cubicBezTo>
                  <a:pt x="2120590" y="12775"/>
                  <a:pt x="2210293" y="-21823"/>
                  <a:pt x="2482500" y="0"/>
                </a:cubicBezTo>
                <a:cubicBezTo>
                  <a:pt x="2754708" y="21823"/>
                  <a:pt x="3004133" y="-28750"/>
                  <a:pt x="3182692" y="0"/>
                </a:cubicBezTo>
                <a:cubicBezTo>
                  <a:pt x="3183134" y="4516"/>
                  <a:pt x="3181865" y="12266"/>
                  <a:pt x="3182692" y="18288"/>
                </a:cubicBezTo>
                <a:cubicBezTo>
                  <a:pt x="2947402" y="22440"/>
                  <a:pt x="2876226" y="27191"/>
                  <a:pt x="2609807" y="18288"/>
                </a:cubicBezTo>
                <a:cubicBezTo>
                  <a:pt x="2343389" y="9385"/>
                  <a:pt x="2326689" y="25579"/>
                  <a:pt x="2068750" y="18288"/>
                </a:cubicBezTo>
                <a:cubicBezTo>
                  <a:pt x="1810811" y="10997"/>
                  <a:pt x="1713836" y="48219"/>
                  <a:pt x="1432211" y="18288"/>
                </a:cubicBezTo>
                <a:cubicBezTo>
                  <a:pt x="1150586" y="-11643"/>
                  <a:pt x="982765" y="3747"/>
                  <a:pt x="859327" y="18288"/>
                </a:cubicBezTo>
                <a:cubicBezTo>
                  <a:pt x="735889" y="32829"/>
                  <a:pt x="254183" y="35231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43108" y="-22426"/>
                  <a:pt x="387854" y="22949"/>
                  <a:pt x="572885" y="0"/>
                </a:cubicBezTo>
                <a:cubicBezTo>
                  <a:pt x="757916" y="-22949"/>
                  <a:pt x="923707" y="6797"/>
                  <a:pt x="1113942" y="0"/>
                </a:cubicBezTo>
                <a:cubicBezTo>
                  <a:pt x="1304177" y="-6797"/>
                  <a:pt x="1495991" y="20627"/>
                  <a:pt x="1686827" y="0"/>
                </a:cubicBezTo>
                <a:cubicBezTo>
                  <a:pt x="1877663" y="-20627"/>
                  <a:pt x="2170182" y="-20672"/>
                  <a:pt x="2323365" y="0"/>
                </a:cubicBezTo>
                <a:cubicBezTo>
                  <a:pt x="2476548" y="20672"/>
                  <a:pt x="2919164" y="6097"/>
                  <a:pt x="3182692" y="0"/>
                </a:cubicBezTo>
                <a:cubicBezTo>
                  <a:pt x="3183269" y="4624"/>
                  <a:pt x="3183511" y="11191"/>
                  <a:pt x="3182692" y="18288"/>
                </a:cubicBezTo>
                <a:cubicBezTo>
                  <a:pt x="3026065" y="-10849"/>
                  <a:pt x="2775006" y="23067"/>
                  <a:pt x="2546154" y="18288"/>
                </a:cubicBezTo>
                <a:cubicBezTo>
                  <a:pt x="2317302" y="13509"/>
                  <a:pt x="2168173" y="-8513"/>
                  <a:pt x="1845961" y="18288"/>
                </a:cubicBezTo>
                <a:cubicBezTo>
                  <a:pt x="1523749" y="45089"/>
                  <a:pt x="1450078" y="-844"/>
                  <a:pt x="1304904" y="18288"/>
                </a:cubicBezTo>
                <a:cubicBezTo>
                  <a:pt x="1159730" y="37420"/>
                  <a:pt x="942635" y="-10021"/>
                  <a:pt x="604711" y="18288"/>
                </a:cubicBezTo>
                <a:cubicBezTo>
                  <a:pt x="266787" y="46597"/>
                  <a:pt x="141927" y="-8395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es-MX" sz="1900"/>
              <a:t>Sistema orientado a la gestión académica</a:t>
            </a:r>
          </a:p>
          <a:p>
            <a:pPr lvl="1"/>
            <a:r>
              <a:rPr lang="es-MX" sz="1900"/>
              <a:t>Arquitectura basada en servicios</a:t>
            </a:r>
          </a:p>
          <a:p>
            <a:pPr lvl="1"/>
            <a:r>
              <a:rPr lang="es-MX" sz="1900"/>
              <a:t>Proyecto escalable y mantenible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373</Words>
  <Application>Microsoft Office PowerPoint</Application>
  <PresentationFormat>Presentación en pantalla (4:3)</PresentationFormat>
  <Paragraphs>83</Paragraphs>
  <Slides>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Sistema de Matrícula Escolar</vt:lpstr>
      <vt:lpstr>Arquitectura de Alto Nivel (Original)</vt:lpstr>
      <vt:lpstr>Arquitectura de Alto Nivel (Final)</vt:lpstr>
      <vt:lpstr>Codigo Base de Datos</vt:lpstr>
      <vt:lpstr>Diagrama de Base de Datos</vt:lpstr>
      <vt:lpstr>Aspectos Generales del Código</vt:lpstr>
      <vt:lpstr>Demostración de la Aplicación</vt:lpstr>
      <vt:lpstr>Conclusión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Personal</dc:creator>
  <cp:keywords/>
  <dc:description>generated using python-pptx</dc:description>
  <cp:lastModifiedBy>BIVIAN PARIS</cp:lastModifiedBy>
  <cp:revision>3</cp:revision>
  <dcterms:created xsi:type="dcterms:W3CDTF">2013-01-27T09:14:16Z</dcterms:created>
  <dcterms:modified xsi:type="dcterms:W3CDTF">2025-12-18T02:00:06Z</dcterms:modified>
  <cp:category/>
</cp:coreProperties>
</file>